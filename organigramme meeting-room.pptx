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CCF2"/>
    <a:srgbClr val="A4D19C"/>
    <a:srgbClr val="883CB6"/>
    <a:srgbClr val="8636B6"/>
    <a:srgbClr val="8739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B687BF-7EFA-4FEE-BD89-09FDD8EBC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6CE8659-6B60-B201-8C8B-2E3FFCD52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1A525F-7035-F7AF-80DC-A4A4D1DD4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FFC6-A28B-4FDC-B5EA-373C0AD5711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605BC3-1372-664D-9CBC-FC0BAFACE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0D0602-00B2-6D97-68A6-0AF5A1AE0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077D5-EC43-4DB6-869D-83FC3BE1AF2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7261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F24015-528E-427B-259D-915F9DA7E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AEE055-0E67-8260-F380-75E089934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5E8809-346F-3C9B-3F74-4A3840C43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FFC6-A28B-4FDC-B5EA-373C0AD5711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0FA694-2679-AF8C-4552-6340C269F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59EFE49-E0BD-8947-3FB2-112AF1DD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077D5-EC43-4DB6-869D-83FC3BE1AF2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3535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1D5980-60E0-3AB4-CEEB-14DC6670B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7AFB0D-6F03-97BF-DDA3-B61B8DFC4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19E697-EC91-6619-5756-5B541993F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FFC6-A28B-4FDC-B5EA-373C0AD5711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C54B85-C7B7-87E9-4566-D536608D7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0767B3-D42E-DA35-0EA1-E6C1A67DE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077D5-EC43-4DB6-869D-83FC3BE1AF2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79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8548D9-FCB6-AF8C-D82F-5C08E16B7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49FF0A-2E42-EED3-26E9-E266263E39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5E881B5-8C1B-215C-A774-B43797A0FF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FF29F70-441C-9516-1A45-265936A0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FFC6-A28B-4FDC-B5EA-373C0AD5711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1D942AE-3B70-5F92-7F96-0F4A929E0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E48BFB-9DE5-C35A-5DAE-3547BF1BA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077D5-EC43-4DB6-869D-83FC3BE1AF2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8222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0F53D5-D637-D51A-E3CC-54C7A2D81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CBAC2D3-30EB-B806-F617-BA8B4ED1C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D6BD919-BE7D-5495-BB2D-DE1BD8BE8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8E94391-99D8-B6FC-2A39-20AB5B6951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6B0B672-595A-845B-8C49-86266110E6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179CF21-0D22-4DA0-AF48-72C03DA9A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FFC6-A28B-4FDC-B5EA-373C0AD5711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5DA7AA5-B8F7-2810-6BF9-97FF6AF8C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75027A0-A9AA-ED0C-2868-BAA78D1D5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077D5-EC43-4DB6-869D-83FC3BE1AF2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5588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174EB6-14C9-DB2D-FE5B-16E188A37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1EFDB5-C452-EEBB-BDC9-9B504AB50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FFC6-A28B-4FDC-B5EA-373C0AD5711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B76B6A3-3F4C-1D1A-6123-68D86FD0D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4A94868-2189-2F22-6589-67CF55F13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077D5-EC43-4DB6-869D-83FC3BE1AF2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862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16ABC89-51F7-4ECB-8DBB-D323ECAF4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FFC6-A28B-4FDC-B5EA-373C0AD5711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7C2F643-B28D-6D9D-845E-03E1031E3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CE28229-ECB8-EA6F-C8F0-E16D71973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077D5-EC43-4DB6-869D-83FC3BE1AF2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8585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7EE3F3-A14A-FA7E-8E91-9C5B72E7B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FBA544-7C9F-7194-0444-9BA2C5A71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FF3F39D-B028-FA00-C59D-09C9E6398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CC15FDB-13F4-5EB8-53AB-867318590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FFC6-A28B-4FDC-B5EA-373C0AD5711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FEE00B-5B33-1255-6F7E-CD7C322AA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438851C-7796-0A36-7731-89BE9B0AC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077D5-EC43-4DB6-869D-83FC3BE1AF2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29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D251E5-3528-823C-F0E9-3EE203984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799C405-C333-BDC1-D4CE-44394A4B52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9E86964-6750-86F2-16F5-82A9D1722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95E567-45D5-9A11-900E-B70AFA5CF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FFC6-A28B-4FDC-B5EA-373C0AD5711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A2D0B6A-B4F4-AB47-064A-3A2596141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E12BEA6-4654-9E60-5BCA-B10A7A4B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077D5-EC43-4DB6-869D-83FC3BE1AF2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590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C2F34B-9352-E5A1-E48D-EFFA4C095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AC295BA-C359-4BF0-429A-40D0B7F6D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51FCD2-51C7-40B8-5B47-4D4514B15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FFC6-A28B-4FDC-B5EA-373C0AD5711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E73859-B429-ABEC-716C-F56EB4C64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2C1639-EBDE-2D4F-3D04-37581E9FE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077D5-EC43-4DB6-869D-83FC3BE1AF2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7810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8B96AB6-FDFF-F1D5-786C-94DD44A2E4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91EE9FD-E1F1-EA17-73FF-EF6E80073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3AF26B-F7BE-0C79-DA40-DC263197C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FFC6-A28B-4FDC-B5EA-373C0AD5711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D66544-2276-8E19-FFA2-9F076A68A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2087FD8-EEAF-666E-0BAB-72A6A0A0F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077D5-EC43-4DB6-869D-83FC3BE1AF2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065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DDD7ED1-9C58-F8C3-389E-22EE912FF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B2635B5-02B6-ABB5-BF06-94A4ABAE3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18CF5E-76F2-2912-1873-7B324E4F4C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CBFFC6-A28B-4FDC-B5EA-373C0AD57111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07934E-C655-738F-CF45-62090B5B9C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71DBED-6376-7909-BA24-4BF8AEC76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077D5-EC43-4DB6-869D-83FC3BE1AF2B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2145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orme libre : forme 37">
            <a:extLst>
              <a:ext uri="{FF2B5EF4-FFF2-40B4-BE49-F238E27FC236}">
                <a16:creationId xmlns:a16="http://schemas.microsoft.com/office/drawing/2014/main" id="{8630C93E-4DD6-99FB-FD61-A73686137809}"/>
              </a:ext>
            </a:extLst>
          </p:cNvPr>
          <p:cNvSpPr/>
          <p:nvPr/>
        </p:nvSpPr>
        <p:spPr>
          <a:xfrm rot="10800000">
            <a:off x="4951169" y="2597476"/>
            <a:ext cx="526408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526408" y="0"/>
                </a:lnTo>
              </a:path>
            </a:pathLst>
          </a:custGeom>
          <a:ln>
            <a:headEnd type="stealth"/>
            <a:tailEnd type="stealt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GB" sz="800"/>
          </a:p>
        </p:txBody>
      </p:sp>
      <p:sp>
        <p:nvSpPr>
          <p:cNvPr id="39" name="Forme libre : forme 38">
            <a:extLst>
              <a:ext uri="{FF2B5EF4-FFF2-40B4-BE49-F238E27FC236}">
                <a16:creationId xmlns:a16="http://schemas.microsoft.com/office/drawing/2014/main" id="{F9051FE2-80A1-0B9A-5EC4-F2B28C20C4F6}"/>
              </a:ext>
            </a:extLst>
          </p:cNvPr>
          <p:cNvSpPr/>
          <p:nvPr/>
        </p:nvSpPr>
        <p:spPr>
          <a:xfrm rot="5400000">
            <a:off x="5828172" y="3483727"/>
            <a:ext cx="535657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535657" y="0"/>
                </a:lnTo>
              </a:path>
            </a:pathLst>
          </a:custGeom>
          <a:ln>
            <a:headEnd type="stealth"/>
            <a:tailEnd type="stealth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n-GB" sz="800"/>
          </a:p>
        </p:txBody>
      </p: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DED56F44-E985-9614-C696-61936EC1B6DC}"/>
              </a:ext>
            </a:extLst>
          </p:cNvPr>
          <p:cNvSpPr/>
          <p:nvPr/>
        </p:nvSpPr>
        <p:spPr>
          <a:xfrm>
            <a:off x="6714424" y="2597476"/>
            <a:ext cx="526408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526408" y="0"/>
                </a:lnTo>
              </a:path>
            </a:pathLst>
          </a:custGeom>
          <a:ln>
            <a:headEnd type="stealth"/>
            <a:tailEnd type="stealth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GB" sz="800"/>
          </a:p>
        </p:txBody>
      </p:sp>
      <p:sp>
        <p:nvSpPr>
          <p:cNvPr id="41" name="Forme libre : forme 40">
            <a:extLst>
              <a:ext uri="{FF2B5EF4-FFF2-40B4-BE49-F238E27FC236}">
                <a16:creationId xmlns:a16="http://schemas.microsoft.com/office/drawing/2014/main" id="{8B6926E3-609E-B182-95F8-7968A8EE384A}"/>
              </a:ext>
            </a:extLst>
          </p:cNvPr>
          <p:cNvSpPr/>
          <p:nvPr/>
        </p:nvSpPr>
        <p:spPr>
          <a:xfrm rot="16200000">
            <a:off x="5576525" y="1459577"/>
            <a:ext cx="1038950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1038950" y="0"/>
                </a:lnTo>
              </a:path>
            </a:pathLst>
          </a:custGeom>
          <a:ln>
            <a:headEnd type="stealth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GB" sz="800"/>
          </a:p>
        </p:txBody>
      </p:sp>
      <p:sp>
        <p:nvSpPr>
          <p:cNvPr id="45" name="Forme libre : forme 44">
            <a:extLst>
              <a:ext uri="{FF2B5EF4-FFF2-40B4-BE49-F238E27FC236}">
                <a16:creationId xmlns:a16="http://schemas.microsoft.com/office/drawing/2014/main" id="{7EAA8497-EDEC-F23D-B228-92F5769DD937}"/>
              </a:ext>
            </a:extLst>
          </p:cNvPr>
          <p:cNvSpPr/>
          <p:nvPr/>
        </p:nvSpPr>
        <p:spPr>
          <a:xfrm rot="17550000">
            <a:off x="7469589" y="1978919"/>
            <a:ext cx="671573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671573" y="0"/>
                </a:lnTo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GB" sz="800"/>
          </a:p>
        </p:txBody>
      </p:sp>
      <p:sp>
        <p:nvSpPr>
          <p:cNvPr id="47" name="Forme libre : forme 46">
            <a:extLst>
              <a:ext uri="{FF2B5EF4-FFF2-40B4-BE49-F238E27FC236}">
                <a16:creationId xmlns:a16="http://schemas.microsoft.com/office/drawing/2014/main" id="{BC132295-0D53-F8E1-CC06-746596A8D427}"/>
              </a:ext>
            </a:extLst>
          </p:cNvPr>
          <p:cNvSpPr/>
          <p:nvPr/>
        </p:nvSpPr>
        <p:spPr>
          <a:xfrm rot="20250000">
            <a:off x="7831931" y="2341261"/>
            <a:ext cx="671573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671573" y="0"/>
                </a:lnTo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GB" sz="800"/>
          </a:p>
        </p:txBody>
      </p:sp>
      <p:sp>
        <p:nvSpPr>
          <p:cNvPr id="49" name="Forme libre : forme 48">
            <a:extLst>
              <a:ext uri="{FF2B5EF4-FFF2-40B4-BE49-F238E27FC236}">
                <a16:creationId xmlns:a16="http://schemas.microsoft.com/office/drawing/2014/main" id="{FD79C8A7-E159-2ED1-6941-15FC998BBEAA}"/>
              </a:ext>
            </a:extLst>
          </p:cNvPr>
          <p:cNvSpPr/>
          <p:nvPr/>
        </p:nvSpPr>
        <p:spPr>
          <a:xfrm rot="1350000">
            <a:off x="7831931" y="2853690"/>
            <a:ext cx="671573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671573" y="0"/>
                </a:lnTo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GB" sz="800"/>
          </a:p>
        </p:txBody>
      </p:sp>
      <p:sp>
        <p:nvSpPr>
          <p:cNvPr id="51" name="Forme libre : forme 50">
            <a:extLst>
              <a:ext uri="{FF2B5EF4-FFF2-40B4-BE49-F238E27FC236}">
                <a16:creationId xmlns:a16="http://schemas.microsoft.com/office/drawing/2014/main" id="{360E7621-E6EC-2FC6-90B2-5C6BC6599A05}"/>
              </a:ext>
            </a:extLst>
          </p:cNvPr>
          <p:cNvSpPr/>
          <p:nvPr/>
        </p:nvSpPr>
        <p:spPr>
          <a:xfrm rot="4050000">
            <a:off x="7469589" y="3216032"/>
            <a:ext cx="671573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671573" y="0"/>
                </a:lnTo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GB" sz="800"/>
          </a:p>
        </p:txBody>
      </p:sp>
      <p:sp>
        <p:nvSpPr>
          <p:cNvPr id="54" name="Forme libre : forme 53">
            <a:extLst>
              <a:ext uri="{FF2B5EF4-FFF2-40B4-BE49-F238E27FC236}">
                <a16:creationId xmlns:a16="http://schemas.microsoft.com/office/drawing/2014/main" id="{46428AC6-0179-A20B-5F4E-4DF254581582}"/>
              </a:ext>
            </a:extLst>
          </p:cNvPr>
          <p:cNvSpPr/>
          <p:nvPr/>
        </p:nvSpPr>
        <p:spPr>
          <a:xfrm rot="1350000">
            <a:off x="6421074" y="4162422"/>
            <a:ext cx="0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728633" y="0"/>
                </a:lnTo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n-GB" sz="800" dirty="0"/>
          </a:p>
        </p:txBody>
      </p:sp>
      <p:sp>
        <p:nvSpPr>
          <p:cNvPr id="56" name="Forme libre : forme 55">
            <a:extLst>
              <a:ext uri="{FF2B5EF4-FFF2-40B4-BE49-F238E27FC236}">
                <a16:creationId xmlns:a16="http://schemas.microsoft.com/office/drawing/2014/main" id="{2905590B-D879-06D1-474B-C7A345EE3D41}"/>
              </a:ext>
            </a:extLst>
          </p:cNvPr>
          <p:cNvSpPr/>
          <p:nvPr/>
        </p:nvSpPr>
        <p:spPr>
          <a:xfrm rot="4050000">
            <a:off x="6004007" y="4703738"/>
            <a:ext cx="728633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728633" y="0"/>
                </a:lnTo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n-GB" sz="800"/>
          </a:p>
        </p:txBody>
      </p:sp>
      <p:sp>
        <p:nvSpPr>
          <p:cNvPr id="58" name="Forme libre : forme 57">
            <a:extLst>
              <a:ext uri="{FF2B5EF4-FFF2-40B4-BE49-F238E27FC236}">
                <a16:creationId xmlns:a16="http://schemas.microsoft.com/office/drawing/2014/main" id="{3177776F-BBE2-6E67-E7AD-4F3D9F6BDEDB}"/>
              </a:ext>
            </a:extLst>
          </p:cNvPr>
          <p:cNvSpPr/>
          <p:nvPr/>
        </p:nvSpPr>
        <p:spPr>
          <a:xfrm rot="6750000">
            <a:off x="5456759" y="4703740"/>
            <a:ext cx="728633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728633" y="0"/>
                </a:lnTo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n-GB" sz="800"/>
          </a:p>
        </p:txBody>
      </p:sp>
      <p:sp>
        <p:nvSpPr>
          <p:cNvPr id="60" name="Forme libre : forme 59">
            <a:extLst>
              <a:ext uri="{FF2B5EF4-FFF2-40B4-BE49-F238E27FC236}">
                <a16:creationId xmlns:a16="http://schemas.microsoft.com/office/drawing/2014/main" id="{3B100F6E-6111-A2EE-930E-ADDD2E793C48}"/>
              </a:ext>
            </a:extLst>
          </p:cNvPr>
          <p:cNvSpPr/>
          <p:nvPr/>
        </p:nvSpPr>
        <p:spPr>
          <a:xfrm rot="9450000">
            <a:off x="5104572" y="4318509"/>
            <a:ext cx="728633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728633" y="0"/>
                </a:lnTo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endParaRPr lang="en-GB" sz="800"/>
          </a:p>
        </p:txBody>
      </p:sp>
      <p:sp>
        <p:nvSpPr>
          <p:cNvPr id="63" name="Forme libre : forme 62">
            <a:extLst>
              <a:ext uri="{FF2B5EF4-FFF2-40B4-BE49-F238E27FC236}">
                <a16:creationId xmlns:a16="http://schemas.microsoft.com/office/drawing/2014/main" id="{AB65CEB8-7F90-652C-2AB6-693CB1B7836D}"/>
              </a:ext>
            </a:extLst>
          </p:cNvPr>
          <p:cNvSpPr/>
          <p:nvPr/>
        </p:nvSpPr>
        <p:spPr>
          <a:xfrm rot="6750000">
            <a:off x="4050838" y="3216032"/>
            <a:ext cx="671573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671573" y="0"/>
                </a:lnTo>
              </a:path>
            </a:pathLst>
          </a:custGeom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GB" sz="800"/>
          </a:p>
        </p:txBody>
      </p:sp>
      <p:sp>
        <p:nvSpPr>
          <p:cNvPr id="65" name="Forme libre : forme 64">
            <a:extLst>
              <a:ext uri="{FF2B5EF4-FFF2-40B4-BE49-F238E27FC236}">
                <a16:creationId xmlns:a16="http://schemas.microsoft.com/office/drawing/2014/main" id="{4CDF157E-AF41-B2D2-636C-8B3894B86324}"/>
              </a:ext>
            </a:extLst>
          </p:cNvPr>
          <p:cNvSpPr/>
          <p:nvPr/>
        </p:nvSpPr>
        <p:spPr>
          <a:xfrm rot="9450000">
            <a:off x="3688496" y="2853690"/>
            <a:ext cx="671573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671573" y="0"/>
                </a:lnTo>
              </a:path>
            </a:pathLst>
          </a:custGeom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GB" sz="800"/>
          </a:p>
        </p:txBody>
      </p:sp>
      <p:sp>
        <p:nvSpPr>
          <p:cNvPr id="67" name="Forme libre : forme 66">
            <a:extLst>
              <a:ext uri="{FF2B5EF4-FFF2-40B4-BE49-F238E27FC236}">
                <a16:creationId xmlns:a16="http://schemas.microsoft.com/office/drawing/2014/main" id="{3094C6BA-C644-E310-5153-43EE89CA0B04}"/>
              </a:ext>
            </a:extLst>
          </p:cNvPr>
          <p:cNvSpPr/>
          <p:nvPr/>
        </p:nvSpPr>
        <p:spPr>
          <a:xfrm rot="12150000">
            <a:off x="3688496" y="2341261"/>
            <a:ext cx="671573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671573" y="0"/>
                </a:lnTo>
              </a:path>
            </a:pathLst>
          </a:custGeom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GB" sz="800"/>
          </a:p>
        </p:txBody>
      </p:sp>
      <p:sp>
        <p:nvSpPr>
          <p:cNvPr id="69" name="Forme libre : forme 68">
            <a:extLst>
              <a:ext uri="{FF2B5EF4-FFF2-40B4-BE49-F238E27FC236}">
                <a16:creationId xmlns:a16="http://schemas.microsoft.com/office/drawing/2014/main" id="{AB42251B-BE94-12D2-9F76-FA28EDAD0FC6}"/>
              </a:ext>
            </a:extLst>
          </p:cNvPr>
          <p:cNvSpPr/>
          <p:nvPr/>
        </p:nvSpPr>
        <p:spPr>
          <a:xfrm rot="14850000">
            <a:off x="4050838" y="1978919"/>
            <a:ext cx="671573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671573" y="0"/>
                </a:lnTo>
              </a:path>
            </a:pathLst>
          </a:custGeom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GB" sz="800"/>
          </a:p>
        </p:txBody>
      </p:sp>
      <p:cxnSp>
        <p:nvCxnSpPr>
          <p:cNvPr id="202" name="Connecteur : en angle 201">
            <a:extLst>
              <a:ext uri="{FF2B5EF4-FFF2-40B4-BE49-F238E27FC236}">
                <a16:creationId xmlns:a16="http://schemas.microsoft.com/office/drawing/2014/main" id="{8FAE8A9A-016C-3426-DDF7-3A6C12CB18FB}"/>
              </a:ext>
            </a:extLst>
          </p:cNvPr>
          <p:cNvCxnSpPr>
            <a:cxnSpLocks/>
            <a:endCxn id="52" idx="3"/>
          </p:cNvCxnSpPr>
          <p:nvPr/>
        </p:nvCxnSpPr>
        <p:spPr>
          <a:xfrm rot="10800000" flipV="1">
            <a:off x="8369920" y="2907707"/>
            <a:ext cx="1367186" cy="721329"/>
          </a:xfrm>
          <a:prstGeom prst="bentConnector3">
            <a:avLst>
              <a:gd name="adj1" fmla="val 13"/>
            </a:avLst>
          </a:prstGeom>
          <a:ln>
            <a:solidFill>
              <a:srgbClr val="A4D19C"/>
            </a:solidFill>
            <a:prstDash val="lgDash"/>
            <a:headEnd type="stealth"/>
            <a:tailEnd type="stealt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cxnSp>
        <p:nvCxnSpPr>
          <p:cNvPr id="203" name="Connecteur : en angle 202">
            <a:extLst>
              <a:ext uri="{FF2B5EF4-FFF2-40B4-BE49-F238E27FC236}">
                <a16:creationId xmlns:a16="http://schemas.microsoft.com/office/drawing/2014/main" id="{093912CC-B581-CA5D-05F2-968724D70F8F}"/>
              </a:ext>
            </a:extLst>
          </p:cNvPr>
          <p:cNvCxnSpPr>
            <a:cxnSpLocks/>
          </p:cNvCxnSpPr>
          <p:nvPr/>
        </p:nvCxnSpPr>
        <p:spPr>
          <a:xfrm rot="10800000">
            <a:off x="8913476" y="2798218"/>
            <a:ext cx="723232" cy="1452"/>
          </a:xfrm>
          <a:prstGeom prst="bentConnector5">
            <a:avLst>
              <a:gd name="adj1" fmla="val 42894"/>
              <a:gd name="adj2" fmla="val 12345179"/>
              <a:gd name="adj3" fmla="val 100000"/>
            </a:avLst>
          </a:prstGeom>
          <a:ln>
            <a:solidFill>
              <a:srgbClr val="A4D19C"/>
            </a:solidFill>
            <a:prstDash val="lgDash"/>
            <a:headEnd type="stealth"/>
            <a:tailEnd type="stealt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cxnSp>
        <p:nvCxnSpPr>
          <p:cNvPr id="204" name="Connecteur : en angle 203">
            <a:extLst>
              <a:ext uri="{FF2B5EF4-FFF2-40B4-BE49-F238E27FC236}">
                <a16:creationId xmlns:a16="http://schemas.microsoft.com/office/drawing/2014/main" id="{0B8D4FE1-643E-600B-CDDF-9FED8397A7B4}"/>
              </a:ext>
            </a:extLst>
          </p:cNvPr>
          <p:cNvCxnSpPr>
            <a:cxnSpLocks/>
          </p:cNvCxnSpPr>
          <p:nvPr/>
        </p:nvCxnSpPr>
        <p:spPr>
          <a:xfrm rot="10800000" flipV="1">
            <a:off x="8913476" y="2393830"/>
            <a:ext cx="723232" cy="1450"/>
          </a:xfrm>
          <a:prstGeom prst="bentConnector5">
            <a:avLst>
              <a:gd name="adj1" fmla="val 42894"/>
              <a:gd name="adj2" fmla="val 12362069"/>
              <a:gd name="adj3" fmla="val 100000"/>
            </a:avLst>
          </a:prstGeom>
          <a:ln>
            <a:solidFill>
              <a:srgbClr val="A4D19C"/>
            </a:solidFill>
            <a:prstDash val="lgDash"/>
            <a:headEnd type="stealth"/>
            <a:tailEnd type="stealt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cxnSp>
        <p:nvCxnSpPr>
          <p:cNvPr id="205" name="Connecteur : en angle 204">
            <a:extLst>
              <a:ext uri="{FF2B5EF4-FFF2-40B4-BE49-F238E27FC236}">
                <a16:creationId xmlns:a16="http://schemas.microsoft.com/office/drawing/2014/main" id="{139AF67D-11CB-572E-6452-8FD0C9495511}"/>
              </a:ext>
            </a:extLst>
          </p:cNvPr>
          <p:cNvCxnSpPr>
            <a:cxnSpLocks/>
            <a:endCxn id="46" idx="4"/>
          </p:cNvCxnSpPr>
          <p:nvPr/>
        </p:nvCxnSpPr>
        <p:spPr>
          <a:xfrm rot="10800000">
            <a:off x="8369920" y="1565914"/>
            <a:ext cx="1367186" cy="725141"/>
          </a:xfrm>
          <a:prstGeom prst="bentConnector3">
            <a:avLst>
              <a:gd name="adj1" fmla="val 13"/>
            </a:avLst>
          </a:prstGeom>
          <a:ln>
            <a:solidFill>
              <a:srgbClr val="A4D19C"/>
            </a:solidFill>
            <a:prstDash val="lgDash"/>
            <a:headEnd type="stealth"/>
            <a:tailEnd type="stealt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cxnSp>
        <p:nvCxnSpPr>
          <p:cNvPr id="123" name="Connecteur : en angle 122">
            <a:extLst>
              <a:ext uri="{FF2B5EF4-FFF2-40B4-BE49-F238E27FC236}">
                <a16:creationId xmlns:a16="http://schemas.microsoft.com/office/drawing/2014/main" id="{27520227-826D-2CEF-2AE1-AF817F2689BD}"/>
              </a:ext>
            </a:extLst>
          </p:cNvPr>
          <p:cNvCxnSpPr>
            <a:cxnSpLocks/>
            <a:stCxn id="80" idx="2"/>
          </p:cNvCxnSpPr>
          <p:nvPr/>
        </p:nvCxnSpPr>
        <p:spPr>
          <a:xfrm flipV="1">
            <a:off x="2374165" y="1565913"/>
            <a:ext cx="1447916" cy="723232"/>
          </a:xfrm>
          <a:prstGeom prst="bentConnector3">
            <a:avLst>
              <a:gd name="adj1" fmla="val 4"/>
            </a:avLst>
          </a:prstGeom>
          <a:ln>
            <a:prstDash val="lgDash"/>
            <a:headEnd type="stealth"/>
            <a:tailEnd type="stealt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cxnSp>
        <p:nvCxnSpPr>
          <p:cNvPr id="127" name="Connecteur : en angle 126">
            <a:extLst>
              <a:ext uri="{FF2B5EF4-FFF2-40B4-BE49-F238E27FC236}">
                <a16:creationId xmlns:a16="http://schemas.microsoft.com/office/drawing/2014/main" id="{10881A93-1BB1-C41C-5E93-633F1FD1C764}"/>
              </a:ext>
            </a:extLst>
          </p:cNvPr>
          <p:cNvCxnSpPr>
            <a:cxnSpLocks/>
            <a:stCxn id="80" idx="3"/>
            <a:endCxn id="68" idx="6"/>
          </p:cNvCxnSpPr>
          <p:nvPr/>
        </p:nvCxnSpPr>
        <p:spPr>
          <a:xfrm>
            <a:off x="2476944" y="2391924"/>
            <a:ext cx="723232" cy="1452"/>
          </a:xfrm>
          <a:prstGeom prst="bentConnector5">
            <a:avLst>
              <a:gd name="adj1" fmla="val 42894"/>
              <a:gd name="adj2" fmla="val 12345179"/>
              <a:gd name="adj3" fmla="val 100000"/>
            </a:avLst>
          </a:prstGeom>
          <a:ln>
            <a:prstDash val="lgDash"/>
            <a:headEnd type="stealth"/>
            <a:tailEnd type="stealt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cxnSp>
        <p:nvCxnSpPr>
          <p:cNvPr id="137" name="Connecteur : en angle 136">
            <a:extLst>
              <a:ext uri="{FF2B5EF4-FFF2-40B4-BE49-F238E27FC236}">
                <a16:creationId xmlns:a16="http://schemas.microsoft.com/office/drawing/2014/main" id="{4BF5B0D7-444E-392F-8514-9357A5C94D50}"/>
              </a:ext>
            </a:extLst>
          </p:cNvPr>
          <p:cNvCxnSpPr>
            <a:cxnSpLocks/>
            <a:stCxn id="80" idx="4"/>
            <a:endCxn id="66" idx="1"/>
          </p:cNvCxnSpPr>
          <p:nvPr/>
        </p:nvCxnSpPr>
        <p:spPr>
          <a:xfrm flipV="1">
            <a:off x="2476944" y="2801575"/>
            <a:ext cx="723232" cy="1450"/>
          </a:xfrm>
          <a:prstGeom prst="bentConnector5">
            <a:avLst>
              <a:gd name="adj1" fmla="val 42894"/>
              <a:gd name="adj2" fmla="val 12362069"/>
              <a:gd name="adj3" fmla="val 100000"/>
            </a:avLst>
          </a:prstGeom>
          <a:ln>
            <a:prstDash val="lgDash"/>
            <a:headEnd type="stealth"/>
            <a:tailEnd type="stealt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cxnSp>
        <p:nvCxnSpPr>
          <p:cNvPr id="145" name="Connecteur : en angle 144">
            <a:extLst>
              <a:ext uri="{FF2B5EF4-FFF2-40B4-BE49-F238E27FC236}">
                <a16:creationId xmlns:a16="http://schemas.microsoft.com/office/drawing/2014/main" id="{E47CAFC1-7C91-BFE3-C947-CE7795563E39}"/>
              </a:ext>
            </a:extLst>
          </p:cNvPr>
          <p:cNvCxnSpPr>
            <a:cxnSpLocks/>
            <a:stCxn id="80" idx="5"/>
            <a:endCxn id="64" idx="0"/>
          </p:cNvCxnSpPr>
          <p:nvPr/>
        </p:nvCxnSpPr>
        <p:spPr>
          <a:xfrm>
            <a:off x="2374165" y="2905804"/>
            <a:ext cx="1447916" cy="723233"/>
          </a:xfrm>
          <a:prstGeom prst="bentConnector3">
            <a:avLst>
              <a:gd name="adj1" fmla="val 57"/>
            </a:avLst>
          </a:prstGeom>
          <a:ln>
            <a:prstDash val="lgDash"/>
            <a:headEnd type="stealth"/>
            <a:tailEnd type="stealt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cxnSp>
        <p:nvCxnSpPr>
          <p:cNvPr id="152" name="Connecteur : en angle 151">
            <a:extLst>
              <a:ext uri="{FF2B5EF4-FFF2-40B4-BE49-F238E27FC236}">
                <a16:creationId xmlns:a16="http://schemas.microsoft.com/office/drawing/2014/main" id="{F6B1BA5B-AC70-3F4A-71CE-CFF0F990AE81}"/>
              </a:ext>
            </a:extLst>
          </p:cNvPr>
          <p:cNvCxnSpPr>
            <a:cxnSpLocks/>
            <a:stCxn id="61" idx="5"/>
            <a:endCxn id="82" idx="0"/>
          </p:cNvCxnSpPr>
          <p:nvPr/>
        </p:nvCxnSpPr>
        <p:spPr>
          <a:xfrm>
            <a:off x="5064250" y="4886671"/>
            <a:ext cx="741224" cy="1401827"/>
          </a:xfrm>
          <a:prstGeom prst="bentConnector3">
            <a:avLst>
              <a:gd name="adj1" fmla="val -66"/>
            </a:avLst>
          </a:prstGeom>
          <a:ln>
            <a:solidFill>
              <a:srgbClr val="98CCF2"/>
            </a:solidFill>
            <a:prstDash val="lgDash"/>
            <a:headEnd type="stealth"/>
            <a:tailEnd type="stealt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cxnSp>
        <p:nvCxnSpPr>
          <p:cNvPr id="156" name="Connecteur : en angle 155">
            <a:extLst>
              <a:ext uri="{FF2B5EF4-FFF2-40B4-BE49-F238E27FC236}">
                <a16:creationId xmlns:a16="http://schemas.microsoft.com/office/drawing/2014/main" id="{882DC866-721F-FC80-7DFA-1AAC6730277D}"/>
              </a:ext>
            </a:extLst>
          </p:cNvPr>
          <p:cNvCxnSpPr>
            <a:cxnSpLocks/>
            <a:stCxn id="55" idx="6"/>
            <a:endCxn id="82" idx="3"/>
          </p:cNvCxnSpPr>
          <p:nvPr/>
        </p:nvCxnSpPr>
        <p:spPr>
          <a:xfrm flipH="1">
            <a:off x="6421074" y="4886671"/>
            <a:ext cx="741223" cy="1401827"/>
          </a:xfrm>
          <a:prstGeom prst="bentConnector3">
            <a:avLst>
              <a:gd name="adj1" fmla="val 182"/>
            </a:avLst>
          </a:prstGeom>
          <a:ln>
            <a:solidFill>
              <a:srgbClr val="98CCF2"/>
            </a:solidFill>
            <a:prstDash val="lgDash"/>
            <a:headEnd type="stealth"/>
            <a:tailEnd type="stealt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cxnSp>
        <p:nvCxnSpPr>
          <p:cNvPr id="201" name="Connecteur : en angle 200">
            <a:extLst>
              <a:ext uri="{FF2B5EF4-FFF2-40B4-BE49-F238E27FC236}">
                <a16:creationId xmlns:a16="http://schemas.microsoft.com/office/drawing/2014/main" id="{2E0F3FBC-DCC9-FADD-3E4B-63651B2B3CD7}"/>
              </a:ext>
            </a:extLst>
          </p:cNvPr>
          <p:cNvCxnSpPr>
            <a:cxnSpLocks/>
          </p:cNvCxnSpPr>
          <p:nvPr/>
        </p:nvCxnSpPr>
        <p:spPr>
          <a:xfrm rot="16200000">
            <a:off x="5540410" y="5818790"/>
            <a:ext cx="723232" cy="1452"/>
          </a:xfrm>
          <a:prstGeom prst="bentConnector5">
            <a:avLst>
              <a:gd name="adj1" fmla="val 42894"/>
              <a:gd name="adj2" fmla="val 12345179"/>
              <a:gd name="adj3" fmla="val 100000"/>
            </a:avLst>
          </a:prstGeom>
          <a:ln>
            <a:solidFill>
              <a:srgbClr val="98CCF2"/>
            </a:solidFill>
            <a:prstDash val="lgDash"/>
            <a:headEnd type="stealth"/>
            <a:tailEnd type="stealt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cxnSp>
        <p:nvCxnSpPr>
          <p:cNvPr id="200" name="Connecteur : en angle 199">
            <a:extLst>
              <a:ext uri="{FF2B5EF4-FFF2-40B4-BE49-F238E27FC236}">
                <a16:creationId xmlns:a16="http://schemas.microsoft.com/office/drawing/2014/main" id="{EF1A0A02-0813-C0DC-F7CF-92241A62E66A}"/>
              </a:ext>
            </a:extLst>
          </p:cNvPr>
          <p:cNvCxnSpPr>
            <a:cxnSpLocks/>
          </p:cNvCxnSpPr>
          <p:nvPr/>
        </p:nvCxnSpPr>
        <p:spPr>
          <a:xfrm rot="16200000" flipV="1">
            <a:off x="5961712" y="5818791"/>
            <a:ext cx="723232" cy="1450"/>
          </a:xfrm>
          <a:prstGeom prst="bentConnector5">
            <a:avLst>
              <a:gd name="adj1" fmla="val 42894"/>
              <a:gd name="adj2" fmla="val 12362069"/>
              <a:gd name="adj3" fmla="val 100000"/>
            </a:avLst>
          </a:prstGeom>
          <a:ln>
            <a:solidFill>
              <a:srgbClr val="98CCF2"/>
            </a:solidFill>
            <a:prstDash val="lgDash"/>
            <a:headEnd type="stealth"/>
            <a:tailEnd type="stealt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sp>
        <p:nvSpPr>
          <p:cNvPr id="42" name="Forme libre : forme 41">
            <a:extLst>
              <a:ext uri="{FF2B5EF4-FFF2-40B4-BE49-F238E27FC236}">
                <a16:creationId xmlns:a16="http://schemas.microsoft.com/office/drawing/2014/main" id="{A4EB74C6-04AA-96DF-CDDD-5FE6ED67C332}"/>
              </a:ext>
            </a:extLst>
          </p:cNvPr>
          <p:cNvSpPr/>
          <p:nvPr/>
        </p:nvSpPr>
        <p:spPr>
          <a:xfrm>
            <a:off x="5477577" y="1979053"/>
            <a:ext cx="1236846" cy="1236846"/>
          </a:xfrm>
          <a:custGeom>
            <a:avLst/>
            <a:gdLst>
              <a:gd name="connsiteX0" fmla="*/ 0 w 1236846"/>
              <a:gd name="connsiteY0" fmla="*/ 206145 h 1236846"/>
              <a:gd name="connsiteX1" fmla="*/ 206145 w 1236846"/>
              <a:gd name="connsiteY1" fmla="*/ 0 h 1236846"/>
              <a:gd name="connsiteX2" fmla="*/ 1030701 w 1236846"/>
              <a:gd name="connsiteY2" fmla="*/ 0 h 1236846"/>
              <a:gd name="connsiteX3" fmla="*/ 1236846 w 1236846"/>
              <a:gd name="connsiteY3" fmla="*/ 206145 h 1236846"/>
              <a:gd name="connsiteX4" fmla="*/ 1236846 w 1236846"/>
              <a:gd name="connsiteY4" fmla="*/ 1030701 h 1236846"/>
              <a:gd name="connsiteX5" fmla="*/ 1030701 w 1236846"/>
              <a:gd name="connsiteY5" fmla="*/ 1236846 h 1236846"/>
              <a:gd name="connsiteX6" fmla="*/ 206145 w 1236846"/>
              <a:gd name="connsiteY6" fmla="*/ 1236846 h 1236846"/>
              <a:gd name="connsiteX7" fmla="*/ 0 w 1236846"/>
              <a:gd name="connsiteY7" fmla="*/ 1030701 h 1236846"/>
              <a:gd name="connsiteX8" fmla="*/ 0 w 1236846"/>
              <a:gd name="connsiteY8" fmla="*/ 206145 h 1236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6846" h="1236846">
                <a:moveTo>
                  <a:pt x="0" y="206145"/>
                </a:moveTo>
                <a:cubicBezTo>
                  <a:pt x="0" y="92294"/>
                  <a:pt x="92294" y="0"/>
                  <a:pt x="206145" y="0"/>
                </a:cubicBezTo>
                <a:lnTo>
                  <a:pt x="1030701" y="0"/>
                </a:lnTo>
                <a:cubicBezTo>
                  <a:pt x="1144552" y="0"/>
                  <a:pt x="1236846" y="92294"/>
                  <a:pt x="1236846" y="206145"/>
                </a:cubicBezTo>
                <a:lnTo>
                  <a:pt x="1236846" y="1030701"/>
                </a:lnTo>
                <a:cubicBezTo>
                  <a:pt x="1236846" y="1144552"/>
                  <a:pt x="1144552" y="1236846"/>
                  <a:pt x="1030701" y="1236846"/>
                </a:cubicBezTo>
                <a:lnTo>
                  <a:pt x="206145" y="1236846"/>
                </a:lnTo>
                <a:cubicBezTo>
                  <a:pt x="92294" y="1236846"/>
                  <a:pt x="0" y="1144552"/>
                  <a:pt x="0" y="1030701"/>
                </a:cubicBezTo>
                <a:lnTo>
                  <a:pt x="0" y="206145"/>
                </a:lnTo>
                <a:close/>
              </a:path>
            </a:pathLst>
          </a:cu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0" vert="horz" wrap="square" lIns="116258" tIns="116258" rIns="116258" bIns="116258" numCol="1" spcCol="1270" anchor="ctr" anchorCtr="0">
            <a:noAutofit/>
          </a:bodyPr>
          <a:lstStyle/>
          <a:p>
            <a:pPr marL="0" lvl="0" indent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400" kern="1200" dirty="0"/>
              <a:t>Menu Principal</a:t>
            </a:r>
            <a:endParaRPr lang="en-GB" sz="1400" kern="1200" dirty="0"/>
          </a:p>
        </p:txBody>
      </p:sp>
      <p:sp>
        <p:nvSpPr>
          <p:cNvPr id="43" name="Forme libre : forme 42">
            <a:extLst>
              <a:ext uri="{FF2B5EF4-FFF2-40B4-BE49-F238E27FC236}">
                <a16:creationId xmlns:a16="http://schemas.microsoft.com/office/drawing/2014/main" id="{2AB0EC03-36AC-2B70-ED36-8ABA17682B1C}"/>
              </a:ext>
            </a:extLst>
          </p:cNvPr>
          <p:cNvSpPr/>
          <p:nvPr/>
        </p:nvSpPr>
        <p:spPr>
          <a:xfrm>
            <a:off x="5681657" y="111415"/>
            <a:ext cx="828686" cy="828686"/>
          </a:xfrm>
          <a:custGeom>
            <a:avLst/>
            <a:gdLst>
              <a:gd name="connsiteX0" fmla="*/ 0 w 828686"/>
              <a:gd name="connsiteY0" fmla="*/ 138117 h 828686"/>
              <a:gd name="connsiteX1" fmla="*/ 138117 w 828686"/>
              <a:gd name="connsiteY1" fmla="*/ 0 h 828686"/>
              <a:gd name="connsiteX2" fmla="*/ 690569 w 828686"/>
              <a:gd name="connsiteY2" fmla="*/ 0 h 828686"/>
              <a:gd name="connsiteX3" fmla="*/ 828686 w 828686"/>
              <a:gd name="connsiteY3" fmla="*/ 138117 h 828686"/>
              <a:gd name="connsiteX4" fmla="*/ 828686 w 828686"/>
              <a:gd name="connsiteY4" fmla="*/ 690569 h 828686"/>
              <a:gd name="connsiteX5" fmla="*/ 690569 w 828686"/>
              <a:gd name="connsiteY5" fmla="*/ 828686 h 828686"/>
              <a:gd name="connsiteX6" fmla="*/ 138117 w 828686"/>
              <a:gd name="connsiteY6" fmla="*/ 828686 h 828686"/>
              <a:gd name="connsiteX7" fmla="*/ 0 w 828686"/>
              <a:gd name="connsiteY7" fmla="*/ 690569 h 828686"/>
              <a:gd name="connsiteX8" fmla="*/ 0 w 828686"/>
              <a:gd name="connsiteY8" fmla="*/ 138117 h 828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8686" h="828686">
                <a:moveTo>
                  <a:pt x="0" y="138117"/>
                </a:moveTo>
                <a:cubicBezTo>
                  <a:pt x="0" y="61837"/>
                  <a:pt x="61837" y="0"/>
                  <a:pt x="138117" y="0"/>
                </a:cubicBezTo>
                <a:lnTo>
                  <a:pt x="690569" y="0"/>
                </a:lnTo>
                <a:cubicBezTo>
                  <a:pt x="766849" y="0"/>
                  <a:pt x="828686" y="61837"/>
                  <a:pt x="828686" y="138117"/>
                </a:cubicBezTo>
                <a:lnTo>
                  <a:pt x="828686" y="690569"/>
                </a:lnTo>
                <a:cubicBezTo>
                  <a:pt x="828686" y="766849"/>
                  <a:pt x="766849" y="828686"/>
                  <a:pt x="690569" y="828686"/>
                </a:cubicBezTo>
                <a:lnTo>
                  <a:pt x="138117" y="828686"/>
                </a:lnTo>
                <a:cubicBezTo>
                  <a:pt x="61837" y="828686"/>
                  <a:pt x="0" y="766849"/>
                  <a:pt x="0" y="690569"/>
                </a:cubicBezTo>
                <a:lnTo>
                  <a:pt x="0" y="138117"/>
                </a:lnTo>
                <a:close/>
              </a:path>
            </a:pathLst>
          </a:cu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spcFirstLastPara="0" vert="horz" wrap="square" lIns="58233" tIns="58233" rIns="58233" bIns="58233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MAIN</a:t>
            </a:r>
            <a:endParaRPr lang="en-GB" sz="800" kern="1200" dirty="0"/>
          </a:p>
        </p:txBody>
      </p:sp>
      <p:sp>
        <p:nvSpPr>
          <p:cNvPr id="44" name="Forme libre : forme 43">
            <a:extLst>
              <a:ext uri="{FF2B5EF4-FFF2-40B4-BE49-F238E27FC236}">
                <a16:creationId xmlns:a16="http://schemas.microsoft.com/office/drawing/2014/main" id="{77744517-51E3-A529-5700-863D26BA6D4F}"/>
              </a:ext>
            </a:extLst>
          </p:cNvPr>
          <p:cNvSpPr/>
          <p:nvPr/>
        </p:nvSpPr>
        <p:spPr>
          <a:xfrm>
            <a:off x="7240832" y="2289146"/>
            <a:ext cx="616659" cy="616659"/>
          </a:xfrm>
          <a:custGeom>
            <a:avLst/>
            <a:gdLst>
              <a:gd name="connsiteX0" fmla="*/ 0 w 616659"/>
              <a:gd name="connsiteY0" fmla="*/ 102779 h 616659"/>
              <a:gd name="connsiteX1" fmla="*/ 102779 w 616659"/>
              <a:gd name="connsiteY1" fmla="*/ 0 h 616659"/>
              <a:gd name="connsiteX2" fmla="*/ 513880 w 616659"/>
              <a:gd name="connsiteY2" fmla="*/ 0 h 616659"/>
              <a:gd name="connsiteX3" fmla="*/ 616659 w 616659"/>
              <a:gd name="connsiteY3" fmla="*/ 102779 h 616659"/>
              <a:gd name="connsiteX4" fmla="*/ 616659 w 616659"/>
              <a:gd name="connsiteY4" fmla="*/ 513880 h 616659"/>
              <a:gd name="connsiteX5" fmla="*/ 513880 w 616659"/>
              <a:gd name="connsiteY5" fmla="*/ 616659 h 616659"/>
              <a:gd name="connsiteX6" fmla="*/ 102779 w 616659"/>
              <a:gd name="connsiteY6" fmla="*/ 616659 h 616659"/>
              <a:gd name="connsiteX7" fmla="*/ 0 w 616659"/>
              <a:gd name="connsiteY7" fmla="*/ 513880 h 616659"/>
              <a:gd name="connsiteX8" fmla="*/ 0 w 616659"/>
              <a:gd name="connsiteY8" fmla="*/ 102779 h 616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6659" h="616659">
                <a:moveTo>
                  <a:pt x="0" y="102779"/>
                </a:moveTo>
                <a:cubicBezTo>
                  <a:pt x="0" y="46016"/>
                  <a:pt x="46016" y="0"/>
                  <a:pt x="102779" y="0"/>
                </a:cubicBezTo>
                <a:lnTo>
                  <a:pt x="513880" y="0"/>
                </a:lnTo>
                <a:cubicBezTo>
                  <a:pt x="570643" y="0"/>
                  <a:pt x="616659" y="46016"/>
                  <a:pt x="616659" y="102779"/>
                </a:cubicBezTo>
                <a:lnTo>
                  <a:pt x="616659" y="513880"/>
                </a:lnTo>
                <a:cubicBezTo>
                  <a:pt x="616659" y="570643"/>
                  <a:pt x="570643" y="616659"/>
                  <a:pt x="513880" y="616659"/>
                </a:cubicBezTo>
                <a:lnTo>
                  <a:pt x="102779" y="616659"/>
                </a:lnTo>
                <a:cubicBezTo>
                  <a:pt x="46016" y="616659"/>
                  <a:pt x="0" y="570643"/>
                  <a:pt x="0" y="513880"/>
                </a:cubicBezTo>
                <a:lnTo>
                  <a:pt x="0" y="102779"/>
                </a:lnTo>
                <a:close/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47883" tIns="47883" rIns="47883" bIns="47883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Gestion </a:t>
            </a:r>
            <a:r>
              <a:rPr lang="fr-FR" sz="800" kern="1200" dirty="0" err="1"/>
              <a:t>Sallles</a:t>
            </a:r>
            <a:endParaRPr lang="en-GB" sz="800" kern="1200" dirty="0"/>
          </a:p>
        </p:txBody>
      </p:sp>
      <p:sp>
        <p:nvSpPr>
          <p:cNvPr id="46" name="Forme libre : forme 45">
            <a:extLst>
              <a:ext uri="{FF2B5EF4-FFF2-40B4-BE49-F238E27FC236}">
                <a16:creationId xmlns:a16="http://schemas.microsoft.com/office/drawing/2014/main" id="{15E9C1A6-DC8D-C6AF-C631-AFE60F379A84}"/>
              </a:ext>
            </a:extLst>
          </p:cNvPr>
          <p:cNvSpPr/>
          <p:nvPr/>
        </p:nvSpPr>
        <p:spPr>
          <a:xfrm>
            <a:off x="7753261" y="1052033"/>
            <a:ext cx="616659" cy="616659"/>
          </a:xfrm>
          <a:custGeom>
            <a:avLst/>
            <a:gdLst>
              <a:gd name="connsiteX0" fmla="*/ 0 w 616659"/>
              <a:gd name="connsiteY0" fmla="*/ 102779 h 616659"/>
              <a:gd name="connsiteX1" fmla="*/ 102779 w 616659"/>
              <a:gd name="connsiteY1" fmla="*/ 0 h 616659"/>
              <a:gd name="connsiteX2" fmla="*/ 513880 w 616659"/>
              <a:gd name="connsiteY2" fmla="*/ 0 h 616659"/>
              <a:gd name="connsiteX3" fmla="*/ 616659 w 616659"/>
              <a:gd name="connsiteY3" fmla="*/ 102779 h 616659"/>
              <a:gd name="connsiteX4" fmla="*/ 616659 w 616659"/>
              <a:gd name="connsiteY4" fmla="*/ 513880 h 616659"/>
              <a:gd name="connsiteX5" fmla="*/ 513880 w 616659"/>
              <a:gd name="connsiteY5" fmla="*/ 616659 h 616659"/>
              <a:gd name="connsiteX6" fmla="*/ 102779 w 616659"/>
              <a:gd name="connsiteY6" fmla="*/ 616659 h 616659"/>
              <a:gd name="connsiteX7" fmla="*/ 0 w 616659"/>
              <a:gd name="connsiteY7" fmla="*/ 513880 h 616659"/>
              <a:gd name="connsiteX8" fmla="*/ 0 w 616659"/>
              <a:gd name="connsiteY8" fmla="*/ 102779 h 616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6659" h="616659">
                <a:moveTo>
                  <a:pt x="0" y="102779"/>
                </a:moveTo>
                <a:cubicBezTo>
                  <a:pt x="0" y="46016"/>
                  <a:pt x="46016" y="0"/>
                  <a:pt x="102779" y="0"/>
                </a:cubicBezTo>
                <a:lnTo>
                  <a:pt x="513880" y="0"/>
                </a:lnTo>
                <a:cubicBezTo>
                  <a:pt x="570643" y="0"/>
                  <a:pt x="616659" y="46016"/>
                  <a:pt x="616659" y="102779"/>
                </a:cubicBezTo>
                <a:lnTo>
                  <a:pt x="616659" y="513880"/>
                </a:lnTo>
                <a:cubicBezTo>
                  <a:pt x="616659" y="570643"/>
                  <a:pt x="570643" y="616659"/>
                  <a:pt x="513880" y="616659"/>
                </a:cubicBezTo>
                <a:lnTo>
                  <a:pt x="102779" y="616659"/>
                </a:lnTo>
                <a:cubicBezTo>
                  <a:pt x="46016" y="616659"/>
                  <a:pt x="0" y="570643"/>
                  <a:pt x="0" y="513880"/>
                </a:cubicBezTo>
                <a:lnTo>
                  <a:pt x="0" y="102779"/>
                </a:lnTo>
                <a:close/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50423" tIns="50423" rIns="50423" bIns="50423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 err="1"/>
              <a:t>supprimerr</a:t>
            </a:r>
            <a:endParaRPr lang="en-GB" sz="800" kern="1200" dirty="0"/>
          </a:p>
        </p:txBody>
      </p:sp>
      <p:sp>
        <p:nvSpPr>
          <p:cNvPr id="48" name="Forme libre : forme 47">
            <a:extLst>
              <a:ext uri="{FF2B5EF4-FFF2-40B4-BE49-F238E27FC236}">
                <a16:creationId xmlns:a16="http://schemas.microsoft.com/office/drawing/2014/main" id="{57775878-E283-7910-1013-CDF61031C39F}"/>
              </a:ext>
            </a:extLst>
          </p:cNvPr>
          <p:cNvSpPr/>
          <p:nvPr/>
        </p:nvSpPr>
        <p:spPr>
          <a:xfrm>
            <a:off x="8477944" y="1776717"/>
            <a:ext cx="616659" cy="616659"/>
          </a:xfrm>
          <a:custGeom>
            <a:avLst/>
            <a:gdLst>
              <a:gd name="connsiteX0" fmla="*/ 0 w 616659"/>
              <a:gd name="connsiteY0" fmla="*/ 102779 h 616659"/>
              <a:gd name="connsiteX1" fmla="*/ 102779 w 616659"/>
              <a:gd name="connsiteY1" fmla="*/ 0 h 616659"/>
              <a:gd name="connsiteX2" fmla="*/ 513880 w 616659"/>
              <a:gd name="connsiteY2" fmla="*/ 0 h 616659"/>
              <a:gd name="connsiteX3" fmla="*/ 616659 w 616659"/>
              <a:gd name="connsiteY3" fmla="*/ 102779 h 616659"/>
              <a:gd name="connsiteX4" fmla="*/ 616659 w 616659"/>
              <a:gd name="connsiteY4" fmla="*/ 513880 h 616659"/>
              <a:gd name="connsiteX5" fmla="*/ 513880 w 616659"/>
              <a:gd name="connsiteY5" fmla="*/ 616659 h 616659"/>
              <a:gd name="connsiteX6" fmla="*/ 102779 w 616659"/>
              <a:gd name="connsiteY6" fmla="*/ 616659 h 616659"/>
              <a:gd name="connsiteX7" fmla="*/ 0 w 616659"/>
              <a:gd name="connsiteY7" fmla="*/ 513880 h 616659"/>
              <a:gd name="connsiteX8" fmla="*/ 0 w 616659"/>
              <a:gd name="connsiteY8" fmla="*/ 102779 h 616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6659" h="616659">
                <a:moveTo>
                  <a:pt x="0" y="102779"/>
                </a:moveTo>
                <a:cubicBezTo>
                  <a:pt x="0" y="46016"/>
                  <a:pt x="46016" y="0"/>
                  <a:pt x="102779" y="0"/>
                </a:cubicBezTo>
                <a:lnTo>
                  <a:pt x="513880" y="0"/>
                </a:lnTo>
                <a:cubicBezTo>
                  <a:pt x="570643" y="0"/>
                  <a:pt x="616659" y="46016"/>
                  <a:pt x="616659" y="102779"/>
                </a:cubicBezTo>
                <a:lnTo>
                  <a:pt x="616659" y="513880"/>
                </a:lnTo>
                <a:cubicBezTo>
                  <a:pt x="616659" y="570643"/>
                  <a:pt x="570643" y="616659"/>
                  <a:pt x="513880" y="616659"/>
                </a:cubicBezTo>
                <a:lnTo>
                  <a:pt x="102779" y="616659"/>
                </a:lnTo>
                <a:cubicBezTo>
                  <a:pt x="46016" y="616659"/>
                  <a:pt x="0" y="570643"/>
                  <a:pt x="0" y="513880"/>
                </a:cubicBezTo>
                <a:lnTo>
                  <a:pt x="0" y="102779"/>
                </a:lnTo>
                <a:close/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50423" tIns="50423" rIns="50423" bIns="50423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Modifier</a:t>
            </a:r>
            <a:endParaRPr lang="en-GB" sz="800" kern="1200" dirty="0"/>
          </a:p>
        </p:txBody>
      </p:sp>
      <p:sp>
        <p:nvSpPr>
          <p:cNvPr id="50" name="Forme libre : forme 49">
            <a:extLst>
              <a:ext uri="{FF2B5EF4-FFF2-40B4-BE49-F238E27FC236}">
                <a16:creationId xmlns:a16="http://schemas.microsoft.com/office/drawing/2014/main" id="{1CBBE6C2-1738-E59E-EB25-EAC07331DA24}"/>
              </a:ext>
            </a:extLst>
          </p:cNvPr>
          <p:cNvSpPr/>
          <p:nvPr/>
        </p:nvSpPr>
        <p:spPr>
          <a:xfrm>
            <a:off x="8477944" y="2801575"/>
            <a:ext cx="616659" cy="616659"/>
          </a:xfrm>
          <a:custGeom>
            <a:avLst/>
            <a:gdLst>
              <a:gd name="connsiteX0" fmla="*/ 0 w 616659"/>
              <a:gd name="connsiteY0" fmla="*/ 102779 h 616659"/>
              <a:gd name="connsiteX1" fmla="*/ 102779 w 616659"/>
              <a:gd name="connsiteY1" fmla="*/ 0 h 616659"/>
              <a:gd name="connsiteX2" fmla="*/ 513880 w 616659"/>
              <a:gd name="connsiteY2" fmla="*/ 0 h 616659"/>
              <a:gd name="connsiteX3" fmla="*/ 616659 w 616659"/>
              <a:gd name="connsiteY3" fmla="*/ 102779 h 616659"/>
              <a:gd name="connsiteX4" fmla="*/ 616659 w 616659"/>
              <a:gd name="connsiteY4" fmla="*/ 513880 h 616659"/>
              <a:gd name="connsiteX5" fmla="*/ 513880 w 616659"/>
              <a:gd name="connsiteY5" fmla="*/ 616659 h 616659"/>
              <a:gd name="connsiteX6" fmla="*/ 102779 w 616659"/>
              <a:gd name="connsiteY6" fmla="*/ 616659 h 616659"/>
              <a:gd name="connsiteX7" fmla="*/ 0 w 616659"/>
              <a:gd name="connsiteY7" fmla="*/ 513880 h 616659"/>
              <a:gd name="connsiteX8" fmla="*/ 0 w 616659"/>
              <a:gd name="connsiteY8" fmla="*/ 102779 h 616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6659" h="616659">
                <a:moveTo>
                  <a:pt x="0" y="102779"/>
                </a:moveTo>
                <a:cubicBezTo>
                  <a:pt x="0" y="46016"/>
                  <a:pt x="46016" y="0"/>
                  <a:pt x="102779" y="0"/>
                </a:cubicBezTo>
                <a:lnTo>
                  <a:pt x="513880" y="0"/>
                </a:lnTo>
                <a:cubicBezTo>
                  <a:pt x="570643" y="0"/>
                  <a:pt x="616659" y="46016"/>
                  <a:pt x="616659" y="102779"/>
                </a:cubicBezTo>
                <a:lnTo>
                  <a:pt x="616659" y="513880"/>
                </a:lnTo>
                <a:cubicBezTo>
                  <a:pt x="616659" y="570643"/>
                  <a:pt x="570643" y="616659"/>
                  <a:pt x="513880" y="616659"/>
                </a:cubicBezTo>
                <a:lnTo>
                  <a:pt x="102779" y="616659"/>
                </a:lnTo>
                <a:cubicBezTo>
                  <a:pt x="46016" y="616659"/>
                  <a:pt x="0" y="570643"/>
                  <a:pt x="0" y="513880"/>
                </a:cubicBezTo>
                <a:lnTo>
                  <a:pt x="0" y="102779"/>
                </a:lnTo>
                <a:close/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50423" tIns="50423" rIns="50423" bIns="50423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Afficher</a:t>
            </a:r>
            <a:endParaRPr lang="en-GB" sz="800" kern="1200" dirty="0"/>
          </a:p>
        </p:txBody>
      </p:sp>
      <p:sp>
        <p:nvSpPr>
          <p:cNvPr id="52" name="Forme libre : forme 51">
            <a:extLst>
              <a:ext uri="{FF2B5EF4-FFF2-40B4-BE49-F238E27FC236}">
                <a16:creationId xmlns:a16="http://schemas.microsoft.com/office/drawing/2014/main" id="{224FAC05-E109-3279-C4E3-62FDADE98E7A}"/>
              </a:ext>
            </a:extLst>
          </p:cNvPr>
          <p:cNvSpPr/>
          <p:nvPr/>
        </p:nvSpPr>
        <p:spPr>
          <a:xfrm>
            <a:off x="7753261" y="3526258"/>
            <a:ext cx="616659" cy="616659"/>
          </a:xfrm>
          <a:custGeom>
            <a:avLst/>
            <a:gdLst>
              <a:gd name="connsiteX0" fmla="*/ 0 w 616659"/>
              <a:gd name="connsiteY0" fmla="*/ 102779 h 616659"/>
              <a:gd name="connsiteX1" fmla="*/ 102779 w 616659"/>
              <a:gd name="connsiteY1" fmla="*/ 0 h 616659"/>
              <a:gd name="connsiteX2" fmla="*/ 513880 w 616659"/>
              <a:gd name="connsiteY2" fmla="*/ 0 h 616659"/>
              <a:gd name="connsiteX3" fmla="*/ 616659 w 616659"/>
              <a:gd name="connsiteY3" fmla="*/ 102779 h 616659"/>
              <a:gd name="connsiteX4" fmla="*/ 616659 w 616659"/>
              <a:gd name="connsiteY4" fmla="*/ 513880 h 616659"/>
              <a:gd name="connsiteX5" fmla="*/ 513880 w 616659"/>
              <a:gd name="connsiteY5" fmla="*/ 616659 h 616659"/>
              <a:gd name="connsiteX6" fmla="*/ 102779 w 616659"/>
              <a:gd name="connsiteY6" fmla="*/ 616659 h 616659"/>
              <a:gd name="connsiteX7" fmla="*/ 0 w 616659"/>
              <a:gd name="connsiteY7" fmla="*/ 513880 h 616659"/>
              <a:gd name="connsiteX8" fmla="*/ 0 w 616659"/>
              <a:gd name="connsiteY8" fmla="*/ 102779 h 616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6659" h="616659">
                <a:moveTo>
                  <a:pt x="0" y="102779"/>
                </a:moveTo>
                <a:cubicBezTo>
                  <a:pt x="0" y="46016"/>
                  <a:pt x="46016" y="0"/>
                  <a:pt x="102779" y="0"/>
                </a:cubicBezTo>
                <a:lnTo>
                  <a:pt x="513880" y="0"/>
                </a:lnTo>
                <a:cubicBezTo>
                  <a:pt x="570643" y="0"/>
                  <a:pt x="616659" y="46016"/>
                  <a:pt x="616659" y="102779"/>
                </a:cubicBezTo>
                <a:lnTo>
                  <a:pt x="616659" y="513880"/>
                </a:lnTo>
                <a:cubicBezTo>
                  <a:pt x="616659" y="570643"/>
                  <a:pt x="570643" y="616659"/>
                  <a:pt x="513880" y="616659"/>
                </a:cubicBezTo>
                <a:lnTo>
                  <a:pt x="102779" y="616659"/>
                </a:lnTo>
                <a:cubicBezTo>
                  <a:pt x="46016" y="616659"/>
                  <a:pt x="0" y="570643"/>
                  <a:pt x="0" y="513880"/>
                </a:cubicBezTo>
                <a:lnTo>
                  <a:pt x="0" y="102779"/>
                </a:lnTo>
                <a:close/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50423" tIns="50423" rIns="50423" bIns="50423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Ajouter</a:t>
            </a:r>
            <a:endParaRPr lang="en-GB" sz="800" kern="1200" dirty="0"/>
          </a:p>
        </p:txBody>
      </p:sp>
      <p:sp>
        <p:nvSpPr>
          <p:cNvPr id="53" name="Forme libre : forme 52">
            <a:extLst>
              <a:ext uri="{FF2B5EF4-FFF2-40B4-BE49-F238E27FC236}">
                <a16:creationId xmlns:a16="http://schemas.microsoft.com/office/drawing/2014/main" id="{204E2B2A-28A1-E378-1310-9AB74FCE6EAB}"/>
              </a:ext>
            </a:extLst>
          </p:cNvPr>
          <p:cNvSpPr/>
          <p:nvPr/>
        </p:nvSpPr>
        <p:spPr>
          <a:xfrm>
            <a:off x="5805474" y="3751555"/>
            <a:ext cx="615600" cy="615600"/>
          </a:xfrm>
          <a:custGeom>
            <a:avLst/>
            <a:gdLst>
              <a:gd name="connsiteX0" fmla="*/ 0 w 581051"/>
              <a:gd name="connsiteY0" fmla="*/ 96844 h 581051"/>
              <a:gd name="connsiteX1" fmla="*/ 96844 w 581051"/>
              <a:gd name="connsiteY1" fmla="*/ 0 h 581051"/>
              <a:gd name="connsiteX2" fmla="*/ 484207 w 581051"/>
              <a:gd name="connsiteY2" fmla="*/ 0 h 581051"/>
              <a:gd name="connsiteX3" fmla="*/ 581051 w 581051"/>
              <a:gd name="connsiteY3" fmla="*/ 96844 h 581051"/>
              <a:gd name="connsiteX4" fmla="*/ 581051 w 581051"/>
              <a:gd name="connsiteY4" fmla="*/ 484207 h 581051"/>
              <a:gd name="connsiteX5" fmla="*/ 484207 w 581051"/>
              <a:gd name="connsiteY5" fmla="*/ 581051 h 581051"/>
              <a:gd name="connsiteX6" fmla="*/ 96844 w 581051"/>
              <a:gd name="connsiteY6" fmla="*/ 581051 h 581051"/>
              <a:gd name="connsiteX7" fmla="*/ 0 w 581051"/>
              <a:gd name="connsiteY7" fmla="*/ 484207 h 581051"/>
              <a:gd name="connsiteX8" fmla="*/ 0 w 581051"/>
              <a:gd name="connsiteY8" fmla="*/ 96844 h 58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051" h="581051">
                <a:moveTo>
                  <a:pt x="0" y="96844"/>
                </a:moveTo>
                <a:cubicBezTo>
                  <a:pt x="0" y="43359"/>
                  <a:pt x="43359" y="0"/>
                  <a:pt x="96844" y="0"/>
                </a:cubicBezTo>
                <a:lnTo>
                  <a:pt x="484207" y="0"/>
                </a:lnTo>
                <a:cubicBezTo>
                  <a:pt x="537692" y="0"/>
                  <a:pt x="581051" y="43359"/>
                  <a:pt x="581051" y="96844"/>
                </a:cubicBezTo>
                <a:lnTo>
                  <a:pt x="581051" y="484207"/>
                </a:lnTo>
                <a:cubicBezTo>
                  <a:pt x="581051" y="537692"/>
                  <a:pt x="537692" y="581051"/>
                  <a:pt x="484207" y="581051"/>
                </a:cubicBezTo>
                <a:lnTo>
                  <a:pt x="96844" y="581051"/>
                </a:lnTo>
                <a:cubicBezTo>
                  <a:pt x="43359" y="581051"/>
                  <a:pt x="0" y="537692"/>
                  <a:pt x="0" y="484207"/>
                </a:cubicBezTo>
                <a:lnTo>
                  <a:pt x="0" y="96844"/>
                </a:ln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46145" tIns="46145" rIns="46145" bIns="46145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Gestion </a:t>
            </a:r>
            <a:r>
              <a:rPr lang="fr-FR" sz="800" kern="1200" dirty="0" err="1"/>
              <a:t>reservations</a:t>
            </a:r>
            <a:endParaRPr lang="en-GB" sz="800" kern="1200" dirty="0"/>
          </a:p>
        </p:txBody>
      </p:sp>
      <p:sp>
        <p:nvSpPr>
          <p:cNvPr id="55" name="Forme libre : forme 54">
            <a:extLst>
              <a:ext uri="{FF2B5EF4-FFF2-40B4-BE49-F238E27FC236}">
                <a16:creationId xmlns:a16="http://schemas.microsoft.com/office/drawing/2014/main" id="{B202D84B-81F4-9720-1AA6-D121D6C05804}"/>
              </a:ext>
            </a:extLst>
          </p:cNvPr>
          <p:cNvSpPr/>
          <p:nvPr/>
        </p:nvSpPr>
        <p:spPr>
          <a:xfrm>
            <a:off x="7059695" y="4271071"/>
            <a:ext cx="615600" cy="615600"/>
          </a:xfrm>
          <a:custGeom>
            <a:avLst/>
            <a:gdLst>
              <a:gd name="connsiteX0" fmla="*/ 0 w 581051"/>
              <a:gd name="connsiteY0" fmla="*/ 96844 h 581051"/>
              <a:gd name="connsiteX1" fmla="*/ 96844 w 581051"/>
              <a:gd name="connsiteY1" fmla="*/ 0 h 581051"/>
              <a:gd name="connsiteX2" fmla="*/ 484207 w 581051"/>
              <a:gd name="connsiteY2" fmla="*/ 0 h 581051"/>
              <a:gd name="connsiteX3" fmla="*/ 581051 w 581051"/>
              <a:gd name="connsiteY3" fmla="*/ 96844 h 581051"/>
              <a:gd name="connsiteX4" fmla="*/ 581051 w 581051"/>
              <a:gd name="connsiteY4" fmla="*/ 484207 h 581051"/>
              <a:gd name="connsiteX5" fmla="*/ 484207 w 581051"/>
              <a:gd name="connsiteY5" fmla="*/ 581051 h 581051"/>
              <a:gd name="connsiteX6" fmla="*/ 96844 w 581051"/>
              <a:gd name="connsiteY6" fmla="*/ 581051 h 581051"/>
              <a:gd name="connsiteX7" fmla="*/ 0 w 581051"/>
              <a:gd name="connsiteY7" fmla="*/ 484207 h 581051"/>
              <a:gd name="connsiteX8" fmla="*/ 0 w 581051"/>
              <a:gd name="connsiteY8" fmla="*/ 96844 h 58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051" h="581051">
                <a:moveTo>
                  <a:pt x="0" y="96844"/>
                </a:moveTo>
                <a:cubicBezTo>
                  <a:pt x="0" y="43359"/>
                  <a:pt x="43359" y="0"/>
                  <a:pt x="96844" y="0"/>
                </a:cubicBezTo>
                <a:lnTo>
                  <a:pt x="484207" y="0"/>
                </a:lnTo>
                <a:cubicBezTo>
                  <a:pt x="537692" y="0"/>
                  <a:pt x="581051" y="43359"/>
                  <a:pt x="581051" y="96844"/>
                </a:cubicBezTo>
                <a:lnTo>
                  <a:pt x="581051" y="484207"/>
                </a:lnTo>
                <a:cubicBezTo>
                  <a:pt x="581051" y="537692"/>
                  <a:pt x="537692" y="581051"/>
                  <a:pt x="484207" y="581051"/>
                </a:cubicBezTo>
                <a:lnTo>
                  <a:pt x="96844" y="581051"/>
                </a:lnTo>
                <a:cubicBezTo>
                  <a:pt x="43359" y="581051"/>
                  <a:pt x="0" y="537692"/>
                  <a:pt x="0" y="484207"/>
                </a:cubicBezTo>
                <a:lnTo>
                  <a:pt x="0" y="96844"/>
                </a:ln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48685" tIns="48685" rIns="48685" bIns="48685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Afficher par Client</a:t>
            </a:r>
            <a:endParaRPr lang="en-GB" sz="800" kern="1200" dirty="0"/>
          </a:p>
        </p:txBody>
      </p:sp>
      <p:sp>
        <p:nvSpPr>
          <p:cNvPr id="57" name="Forme libre : forme 56">
            <a:extLst>
              <a:ext uri="{FF2B5EF4-FFF2-40B4-BE49-F238E27FC236}">
                <a16:creationId xmlns:a16="http://schemas.microsoft.com/office/drawing/2014/main" id="{E87ADB62-7F85-D111-1F59-9A9C485F69AA}"/>
              </a:ext>
            </a:extLst>
          </p:cNvPr>
          <p:cNvSpPr/>
          <p:nvPr/>
        </p:nvSpPr>
        <p:spPr>
          <a:xfrm>
            <a:off x="6324989" y="5005777"/>
            <a:ext cx="615600" cy="615600"/>
          </a:xfrm>
          <a:custGeom>
            <a:avLst/>
            <a:gdLst>
              <a:gd name="connsiteX0" fmla="*/ 0 w 581051"/>
              <a:gd name="connsiteY0" fmla="*/ 96844 h 581051"/>
              <a:gd name="connsiteX1" fmla="*/ 96844 w 581051"/>
              <a:gd name="connsiteY1" fmla="*/ 0 h 581051"/>
              <a:gd name="connsiteX2" fmla="*/ 484207 w 581051"/>
              <a:gd name="connsiteY2" fmla="*/ 0 h 581051"/>
              <a:gd name="connsiteX3" fmla="*/ 581051 w 581051"/>
              <a:gd name="connsiteY3" fmla="*/ 96844 h 581051"/>
              <a:gd name="connsiteX4" fmla="*/ 581051 w 581051"/>
              <a:gd name="connsiteY4" fmla="*/ 484207 h 581051"/>
              <a:gd name="connsiteX5" fmla="*/ 484207 w 581051"/>
              <a:gd name="connsiteY5" fmla="*/ 581051 h 581051"/>
              <a:gd name="connsiteX6" fmla="*/ 96844 w 581051"/>
              <a:gd name="connsiteY6" fmla="*/ 581051 h 581051"/>
              <a:gd name="connsiteX7" fmla="*/ 0 w 581051"/>
              <a:gd name="connsiteY7" fmla="*/ 484207 h 581051"/>
              <a:gd name="connsiteX8" fmla="*/ 0 w 581051"/>
              <a:gd name="connsiteY8" fmla="*/ 96844 h 58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051" h="581051">
                <a:moveTo>
                  <a:pt x="0" y="96844"/>
                </a:moveTo>
                <a:cubicBezTo>
                  <a:pt x="0" y="43359"/>
                  <a:pt x="43359" y="0"/>
                  <a:pt x="96844" y="0"/>
                </a:cubicBezTo>
                <a:lnTo>
                  <a:pt x="484207" y="0"/>
                </a:lnTo>
                <a:cubicBezTo>
                  <a:pt x="537692" y="0"/>
                  <a:pt x="581051" y="43359"/>
                  <a:pt x="581051" y="96844"/>
                </a:cubicBezTo>
                <a:lnTo>
                  <a:pt x="581051" y="484207"/>
                </a:lnTo>
                <a:cubicBezTo>
                  <a:pt x="581051" y="537692"/>
                  <a:pt x="537692" y="581051"/>
                  <a:pt x="484207" y="581051"/>
                </a:cubicBezTo>
                <a:lnTo>
                  <a:pt x="96844" y="581051"/>
                </a:lnTo>
                <a:cubicBezTo>
                  <a:pt x="43359" y="581051"/>
                  <a:pt x="0" y="537692"/>
                  <a:pt x="0" y="484207"/>
                </a:cubicBezTo>
                <a:lnTo>
                  <a:pt x="0" y="96844"/>
                </a:ln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48685" tIns="48685" rIns="48685" bIns="48685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Afficher </a:t>
            </a:r>
            <a:r>
              <a:rPr lang="fr-FR" sz="800" kern="1200" dirty="0" err="1"/>
              <a:t>Reserv</a:t>
            </a:r>
            <a:r>
              <a:rPr lang="fr-FR" sz="800" kern="1200" dirty="0"/>
              <a:t>.</a:t>
            </a:r>
            <a:endParaRPr lang="en-GB" sz="800" kern="1200" dirty="0"/>
          </a:p>
        </p:txBody>
      </p:sp>
      <p:sp>
        <p:nvSpPr>
          <p:cNvPr id="59" name="Forme libre : forme 58">
            <a:extLst>
              <a:ext uri="{FF2B5EF4-FFF2-40B4-BE49-F238E27FC236}">
                <a16:creationId xmlns:a16="http://schemas.microsoft.com/office/drawing/2014/main" id="{AC1E590C-7A4A-D5AB-327A-AB5AB124B26E}"/>
              </a:ext>
            </a:extLst>
          </p:cNvPr>
          <p:cNvSpPr/>
          <p:nvPr/>
        </p:nvSpPr>
        <p:spPr>
          <a:xfrm>
            <a:off x="5285958" y="5005777"/>
            <a:ext cx="615600" cy="615600"/>
          </a:xfrm>
          <a:custGeom>
            <a:avLst/>
            <a:gdLst>
              <a:gd name="connsiteX0" fmla="*/ 0 w 581051"/>
              <a:gd name="connsiteY0" fmla="*/ 96844 h 581051"/>
              <a:gd name="connsiteX1" fmla="*/ 96844 w 581051"/>
              <a:gd name="connsiteY1" fmla="*/ 0 h 581051"/>
              <a:gd name="connsiteX2" fmla="*/ 484207 w 581051"/>
              <a:gd name="connsiteY2" fmla="*/ 0 h 581051"/>
              <a:gd name="connsiteX3" fmla="*/ 581051 w 581051"/>
              <a:gd name="connsiteY3" fmla="*/ 96844 h 581051"/>
              <a:gd name="connsiteX4" fmla="*/ 581051 w 581051"/>
              <a:gd name="connsiteY4" fmla="*/ 484207 h 581051"/>
              <a:gd name="connsiteX5" fmla="*/ 484207 w 581051"/>
              <a:gd name="connsiteY5" fmla="*/ 581051 h 581051"/>
              <a:gd name="connsiteX6" fmla="*/ 96844 w 581051"/>
              <a:gd name="connsiteY6" fmla="*/ 581051 h 581051"/>
              <a:gd name="connsiteX7" fmla="*/ 0 w 581051"/>
              <a:gd name="connsiteY7" fmla="*/ 484207 h 581051"/>
              <a:gd name="connsiteX8" fmla="*/ 0 w 581051"/>
              <a:gd name="connsiteY8" fmla="*/ 96844 h 58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051" h="581051">
                <a:moveTo>
                  <a:pt x="0" y="96844"/>
                </a:moveTo>
                <a:cubicBezTo>
                  <a:pt x="0" y="43359"/>
                  <a:pt x="43359" y="0"/>
                  <a:pt x="96844" y="0"/>
                </a:cubicBezTo>
                <a:lnTo>
                  <a:pt x="484207" y="0"/>
                </a:lnTo>
                <a:cubicBezTo>
                  <a:pt x="537692" y="0"/>
                  <a:pt x="581051" y="43359"/>
                  <a:pt x="581051" y="96844"/>
                </a:cubicBezTo>
                <a:lnTo>
                  <a:pt x="581051" y="484207"/>
                </a:lnTo>
                <a:cubicBezTo>
                  <a:pt x="581051" y="537692"/>
                  <a:pt x="537692" y="581051"/>
                  <a:pt x="484207" y="581051"/>
                </a:cubicBezTo>
                <a:lnTo>
                  <a:pt x="96844" y="581051"/>
                </a:lnTo>
                <a:cubicBezTo>
                  <a:pt x="43359" y="581051"/>
                  <a:pt x="0" y="537692"/>
                  <a:pt x="0" y="484207"/>
                </a:cubicBezTo>
                <a:lnTo>
                  <a:pt x="0" y="96844"/>
                </a:ln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48685" tIns="48685" rIns="48685" bIns="48685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Annuler </a:t>
            </a:r>
            <a:r>
              <a:rPr lang="fr-FR" sz="800" kern="1200" dirty="0" err="1"/>
              <a:t>Reserv</a:t>
            </a:r>
            <a:r>
              <a:rPr lang="fr-FR" sz="800" kern="1200" dirty="0"/>
              <a:t>.</a:t>
            </a:r>
            <a:endParaRPr lang="en-GB" sz="800" kern="1200" dirty="0"/>
          </a:p>
        </p:txBody>
      </p:sp>
      <p:sp>
        <p:nvSpPr>
          <p:cNvPr id="61" name="Forme libre : forme 60">
            <a:extLst>
              <a:ext uri="{FF2B5EF4-FFF2-40B4-BE49-F238E27FC236}">
                <a16:creationId xmlns:a16="http://schemas.microsoft.com/office/drawing/2014/main" id="{A5BB0030-E8D6-84E2-40B5-D968CFAC5275}"/>
              </a:ext>
            </a:extLst>
          </p:cNvPr>
          <p:cNvSpPr/>
          <p:nvPr/>
        </p:nvSpPr>
        <p:spPr>
          <a:xfrm>
            <a:off x="4551252" y="4271071"/>
            <a:ext cx="615600" cy="615600"/>
          </a:xfrm>
          <a:custGeom>
            <a:avLst/>
            <a:gdLst>
              <a:gd name="connsiteX0" fmla="*/ 0 w 581051"/>
              <a:gd name="connsiteY0" fmla="*/ 96844 h 581051"/>
              <a:gd name="connsiteX1" fmla="*/ 96844 w 581051"/>
              <a:gd name="connsiteY1" fmla="*/ 0 h 581051"/>
              <a:gd name="connsiteX2" fmla="*/ 484207 w 581051"/>
              <a:gd name="connsiteY2" fmla="*/ 0 h 581051"/>
              <a:gd name="connsiteX3" fmla="*/ 581051 w 581051"/>
              <a:gd name="connsiteY3" fmla="*/ 96844 h 581051"/>
              <a:gd name="connsiteX4" fmla="*/ 581051 w 581051"/>
              <a:gd name="connsiteY4" fmla="*/ 484207 h 581051"/>
              <a:gd name="connsiteX5" fmla="*/ 484207 w 581051"/>
              <a:gd name="connsiteY5" fmla="*/ 581051 h 581051"/>
              <a:gd name="connsiteX6" fmla="*/ 96844 w 581051"/>
              <a:gd name="connsiteY6" fmla="*/ 581051 h 581051"/>
              <a:gd name="connsiteX7" fmla="*/ 0 w 581051"/>
              <a:gd name="connsiteY7" fmla="*/ 484207 h 581051"/>
              <a:gd name="connsiteX8" fmla="*/ 0 w 581051"/>
              <a:gd name="connsiteY8" fmla="*/ 96844 h 58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051" h="581051">
                <a:moveTo>
                  <a:pt x="0" y="96844"/>
                </a:moveTo>
                <a:cubicBezTo>
                  <a:pt x="0" y="43359"/>
                  <a:pt x="43359" y="0"/>
                  <a:pt x="96844" y="0"/>
                </a:cubicBezTo>
                <a:lnTo>
                  <a:pt x="484207" y="0"/>
                </a:lnTo>
                <a:cubicBezTo>
                  <a:pt x="537692" y="0"/>
                  <a:pt x="581051" y="43359"/>
                  <a:pt x="581051" y="96844"/>
                </a:cubicBezTo>
                <a:lnTo>
                  <a:pt x="581051" y="484207"/>
                </a:lnTo>
                <a:cubicBezTo>
                  <a:pt x="581051" y="537692"/>
                  <a:pt x="537692" y="581051"/>
                  <a:pt x="484207" y="581051"/>
                </a:cubicBezTo>
                <a:lnTo>
                  <a:pt x="96844" y="581051"/>
                </a:lnTo>
                <a:cubicBezTo>
                  <a:pt x="43359" y="581051"/>
                  <a:pt x="0" y="537692"/>
                  <a:pt x="0" y="484207"/>
                </a:cubicBezTo>
                <a:lnTo>
                  <a:pt x="0" y="96844"/>
                </a:ln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48685" tIns="48685" rIns="48685" bIns="48685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Nouvelle </a:t>
            </a:r>
            <a:r>
              <a:rPr lang="fr-FR" sz="800" kern="1200" dirty="0" err="1"/>
              <a:t>Reserv</a:t>
            </a:r>
            <a:r>
              <a:rPr lang="fr-FR" sz="800" kern="1200" dirty="0"/>
              <a:t>.</a:t>
            </a:r>
            <a:endParaRPr lang="en-GB" sz="800" kern="1200" dirty="0"/>
          </a:p>
        </p:txBody>
      </p:sp>
      <p:sp>
        <p:nvSpPr>
          <p:cNvPr id="62" name="Forme libre : forme 61">
            <a:extLst>
              <a:ext uri="{FF2B5EF4-FFF2-40B4-BE49-F238E27FC236}">
                <a16:creationId xmlns:a16="http://schemas.microsoft.com/office/drawing/2014/main" id="{121BBF0A-7AF8-0035-A237-27DB7A37759A}"/>
              </a:ext>
            </a:extLst>
          </p:cNvPr>
          <p:cNvSpPr/>
          <p:nvPr/>
        </p:nvSpPr>
        <p:spPr>
          <a:xfrm>
            <a:off x="4334510" y="2289146"/>
            <a:ext cx="616659" cy="616659"/>
          </a:xfrm>
          <a:custGeom>
            <a:avLst/>
            <a:gdLst>
              <a:gd name="connsiteX0" fmla="*/ 0 w 616659"/>
              <a:gd name="connsiteY0" fmla="*/ 102779 h 616659"/>
              <a:gd name="connsiteX1" fmla="*/ 102779 w 616659"/>
              <a:gd name="connsiteY1" fmla="*/ 0 h 616659"/>
              <a:gd name="connsiteX2" fmla="*/ 513880 w 616659"/>
              <a:gd name="connsiteY2" fmla="*/ 0 h 616659"/>
              <a:gd name="connsiteX3" fmla="*/ 616659 w 616659"/>
              <a:gd name="connsiteY3" fmla="*/ 102779 h 616659"/>
              <a:gd name="connsiteX4" fmla="*/ 616659 w 616659"/>
              <a:gd name="connsiteY4" fmla="*/ 513880 h 616659"/>
              <a:gd name="connsiteX5" fmla="*/ 513880 w 616659"/>
              <a:gd name="connsiteY5" fmla="*/ 616659 h 616659"/>
              <a:gd name="connsiteX6" fmla="*/ 102779 w 616659"/>
              <a:gd name="connsiteY6" fmla="*/ 616659 h 616659"/>
              <a:gd name="connsiteX7" fmla="*/ 0 w 616659"/>
              <a:gd name="connsiteY7" fmla="*/ 513880 h 616659"/>
              <a:gd name="connsiteX8" fmla="*/ 0 w 616659"/>
              <a:gd name="connsiteY8" fmla="*/ 102779 h 616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6659" h="616659">
                <a:moveTo>
                  <a:pt x="0" y="102779"/>
                </a:moveTo>
                <a:cubicBezTo>
                  <a:pt x="0" y="46016"/>
                  <a:pt x="46016" y="0"/>
                  <a:pt x="102779" y="0"/>
                </a:cubicBezTo>
                <a:lnTo>
                  <a:pt x="513880" y="0"/>
                </a:lnTo>
                <a:cubicBezTo>
                  <a:pt x="570643" y="0"/>
                  <a:pt x="616659" y="46016"/>
                  <a:pt x="616659" y="102779"/>
                </a:cubicBezTo>
                <a:lnTo>
                  <a:pt x="616659" y="513880"/>
                </a:lnTo>
                <a:cubicBezTo>
                  <a:pt x="616659" y="570643"/>
                  <a:pt x="570643" y="616659"/>
                  <a:pt x="513880" y="616659"/>
                </a:cubicBezTo>
                <a:lnTo>
                  <a:pt x="102779" y="616659"/>
                </a:lnTo>
                <a:cubicBezTo>
                  <a:pt x="46016" y="616659"/>
                  <a:pt x="0" y="570643"/>
                  <a:pt x="0" y="513880"/>
                </a:cubicBezTo>
                <a:lnTo>
                  <a:pt x="0" y="102779"/>
                </a:ln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0" vert="horz" wrap="square" lIns="47883" tIns="47883" rIns="47883" bIns="47883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Gestion Clients</a:t>
            </a:r>
            <a:endParaRPr lang="en-GB" sz="800" kern="1200" dirty="0"/>
          </a:p>
        </p:txBody>
      </p:sp>
      <p:sp>
        <p:nvSpPr>
          <p:cNvPr id="64" name="Forme libre : forme 63">
            <a:extLst>
              <a:ext uri="{FF2B5EF4-FFF2-40B4-BE49-F238E27FC236}">
                <a16:creationId xmlns:a16="http://schemas.microsoft.com/office/drawing/2014/main" id="{F86639FF-A2ED-C94E-A1DC-53B06C67E8B4}"/>
              </a:ext>
            </a:extLst>
          </p:cNvPr>
          <p:cNvSpPr/>
          <p:nvPr/>
        </p:nvSpPr>
        <p:spPr>
          <a:xfrm>
            <a:off x="3822081" y="3526258"/>
            <a:ext cx="616659" cy="616659"/>
          </a:xfrm>
          <a:custGeom>
            <a:avLst/>
            <a:gdLst>
              <a:gd name="connsiteX0" fmla="*/ 0 w 616659"/>
              <a:gd name="connsiteY0" fmla="*/ 102779 h 616659"/>
              <a:gd name="connsiteX1" fmla="*/ 102779 w 616659"/>
              <a:gd name="connsiteY1" fmla="*/ 0 h 616659"/>
              <a:gd name="connsiteX2" fmla="*/ 513880 w 616659"/>
              <a:gd name="connsiteY2" fmla="*/ 0 h 616659"/>
              <a:gd name="connsiteX3" fmla="*/ 616659 w 616659"/>
              <a:gd name="connsiteY3" fmla="*/ 102779 h 616659"/>
              <a:gd name="connsiteX4" fmla="*/ 616659 w 616659"/>
              <a:gd name="connsiteY4" fmla="*/ 513880 h 616659"/>
              <a:gd name="connsiteX5" fmla="*/ 513880 w 616659"/>
              <a:gd name="connsiteY5" fmla="*/ 616659 h 616659"/>
              <a:gd name="connsiteX6" fmla="*/ 102779 w 616659"/>
              <a:gd name="connsiteY6" fmla="*/ 616659 h 616659"/>
              <a:gd name="connsiteX7" fmla="*/ 0 w 616659"/>
              <a:gd name="connsiteY7" fmla="*/ 513880 h 616659"/>
              <a:gd name="connsiteX8" fmla="*/ 0 w 616659"/>
              <a:gd name="connsiteY8" fmla="*/ 102779 h 616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6659" h="616659">
                <a:moveTo>
                  <a:pt x="0" y="102779"/>
                </a:moveTo>
                <a:cubicBezTo>
                  <a:pt x="0" y="46016"/>
                  <a:pt x="46016" y="0"/>
                  <a:pt x="102779" y="0"/>
                </a:cubicBezTo>
                <a:lnTo>
                  <a:pt x="513880" y="0"/>
                </a:lnTo>
                <a:cubicBezTo>
                  <a:pt x="570643" y="0"/>
                  <a:pt x="616659" y="46016"/>
                  <a:pt x="616659" y="102779"/>
                </a:cubicBezTo>
                <a:lnTo>
                  <a:pt x="616659" y="513880"/>
                </a:lnTo>
                <a:cubicBezTo>
                  <a:pt x="616659" y="570643"/>
                  <a:pt x="570643" y="616659"/>
                  <a:pt x="513880" y="616659"/>
                </a:cubicBezTo>
                <a:lnTo>
                  <a:pt x="102779" y="616659"/>
                </a:lnTo>
                <a:cubicBezTo>
                  <a:pt x="46016" y="616659"/>
                  <a:pt x="0" y="570643"/>
                  <a:pt x="0" y="513880"/>
                </a:cubicBezTo>
                <a:lnTo>
                  <a:pt x="0" y="102779"/>
                </a:ln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0" vert="horz" wrap="square" lIns="50423" tIns="50423" rIns="50423" bIns="50423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Supprimer</a:t>
            </a:r>
          </a:p>
        </p:txBody>
      </p:sp>
      <p:sp>
        <p:nvSpPr>
          <p:cNvPr id="66" name="Forme libre : forme 65">
            <a:extLst>
              <a:ext uri="{FF2B5EF4-FFF2-40B4-BE49-F238E27FC236}">
                <a16:creationId xmlns:a16="http://schemas.microsoft.com/office/drawing/2014/main" id="{22D2DCD4-3CD9-7FD5-B685-69007AE0732E}"/>
              </a:ext>
            </a:extLst>
          </p:cNvPr>
          <p:cNvSpPr/>
          <p:nvPr/>
        </p:nvSpPr>
        <p:spPr>
          <a:xfrm>
            <a:off x="3097397" y="2801575"/>
            <a:ext cx="616659" cy="616659"/>
          </a:xfrm>
          <a:custGeom>
            <a:avLst/>
            <a:gdLst>
              <a:gd name="connsiteX0" fmla="*/ 0 w 616659"/>
              <a:gd name="connsiteY0" fmla="*/ 102779 h 616659"/>
              <a:gd name="connsiteX1" fmla="*/ 102779 w 616659"/>
              <a:gd name="connsiteY1" fmla="*/ 0 h 616659"/>
              <a:gd name="connsiteX2" fmla="*/ 513880 w 616659"/>
              <a:gd name="connsiteY2" fmla="*/ 0 h 616659"/>
              <a:gd name="connsiteX3" fmla="*/ 616659 w 616659"/>
              <a:gd name="connsiteY3" fmla="*/ 102779 h 616659"/>
              <a:gd name="connsiteX4" fmla="*/ 616659 w 616659"/>
              <a:gd name="connsiteY4" fmla="*/ 513880 h 616659"/>
              <a:gd name="connsiteX5" fmla="*/ 513880 w 616659"/>
              <a:gd name="connsiteY5" fmla="*/ 616659 h 616659"/>
              <a:gd name="connsiteX6" fmla="*/ 102779 w 616659"/>
              <a:gd name="connsiteY6" fmla="*/ 616659 h 616659"/>
              <a:gd name="connsiteX7" fmla="*/ 0 w 616659"/>
              <a:gd name="connsiteY7" fmla="*/ 513880 h 616659"/>
              <a:gd name="connsiteX8" fmla="*/ 0 w 616659"/>
              <a:gd name="connsiteY8" fmla="*/ 102779 h 616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6659" h="616659">
                <a:moveTo>
                  <a:pt x="0" y="102779"/>
                </a:moveTo>
                <a:cubicBezTo>
                  <a:pt x="0" y="46016"/>
                  <a:pt x="46016" y="0"/>
                  <a:pt x="102779" y="0"/>
                </a:cubicBezTo>
                <a:lnTo>
                  <a:pt x="513880" y="0"/>
                </a:lnTo>
                <a:cubicBezTo>
                  <a:pt x="570643" y="0"/>
                  <a:pt x="616659" y="46016"/>
                  <a:pt x="616659" y="102779"/>
                </a:cubicBezTo>
                <a:lnTo>
                  <a:pt x="616659" y="513880"/>
                </a:lnTo>
                <a:cubicBezTo>
                  <a:pt x="616659" y="570643"/>
                  <a:pt x="570643" y="616659"/>
                  <a:pt x="513880" y="616659"/>
                </a:cubicBezTo>
                <a:lnTo>
                  <a:pt x="102779" y="616659"/>
                </a:lnTo>
                <a:cubicBezTo>
                  <a:pt x="46016" y="616659"/>
                  <a:pt x="0" y="570643"/>
                  <a:pt x="0" y="513880"/>
                </a:cubicBezTo>
                <a:lnTo>
                  <a:pt x="0" y="102779"/>
                </a:ln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0" vert="horz" wrap="square" lIns="50423" tIns="50423" rIns="50423" bIns="50423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Modifier</a:t>
            </a:r>
            <a:endParaRPr lang="en-GB" sz="800" kern="1200" dirty="0"/>
          </a:p>
        </p:txBody>
      </p:sp>
      <p:sp>
        <p:nvSpPr>
          <p:cNvPr id="68" name="Forme libre : forme 67">
            <a:extLst>
              <a:ext uri="{FF2B5EF4-FFF2-40B4-BE49-F238E27FC236}">
                <a16:creationId xmlns:a16="http://schemas.microsoft.com/office/drawing/2014/main" id="{D162C028-DC9F-90A5-E250-D8D71FA06889}"/>
              </a:ext>
            </a:extLst>
          </p:cNvPr>
          <p:cNvSpPr/>
          <p:nvPr/>
        </p:nvSpPr>
        <p:spPr>
          <a:xfrm>
            <a:off x="3097397" y="1776717"/>
            <a:ext cx="616659" cy="616659"/>
          </a:xfrm>
          <a:custGeom>
            <a:avLst/>
            <a:gdLst>
              <a:gd name="connsiteX0" fmla="*/ 0 w 616659"/>
              <a:gd name="connsiteY0" fmla="*/ 102779 h 616659"/>
              <a:gd name="connsiteX1" fmla="*/ 102779 w 616659"/>
              <a:gd name="connsiteY1" fmla="*/ 0 h 616659"/>
              <a:gd name="connsiteX2" fmla="*/ 513880 w 616659"/>
              <a:gd name="connsiteY2" fmla="*/ 0 h 616659"/>
              <a:gd name="connsiteX3" fmla="*/ 616659 w 616659"/>
              <a:gd name="connsiteY3" fmla="*/ 102779 h 616659"/>
              <a:gd name="connsiteX4" fmla="*/ 616659 w 616659"/>
              <a:gd name="connsiteY4" fmla="*/ 513880 h 616659"/>
              <a:gd name="connsiteX5" fmla="*/ 513880 w 616659"/>
              <a:gd name="connsiteY5" fmla="*/ 616659 h 616659"/>
              <a:gd name="connsiteX6" fmla="*/ 102779 w 616659"/>
              <a:gd name="connsiteY6" fmla="*/ 616659 h 616659"/>
              <a:gd name="connsiteX7" fmla="*/ 0 w 616659"/>
              <a:gd name="connsiteY7" fmla="*/ 513880 h 616659"/>
              <a:gd name="connsiteX8" fmla="*/ 0 w 616659"/>
              <a:gd name="connsiteY8" fmla="*/ 102779 h 616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6659" h="616659">
                <a:moveTo>
                  <a:pt x="0" y="102779"/>
                </a:moveTo>
                <a:cubicBezTo>
                  <a:pt x="0" y="46016"/>
                  <a:pt x="46016" y="0"/>
                  <a:pt x="102779" y="0"/>
                </a:cubicBezTo>
                <a:lnTo>
                  <a:pt x="513880" y="0"/>
                </a:lnTo>
                <a:cubicBezTo>
                  <a:pt x="570643" y="0"/>
                  <a:pt x="616659" y="46016"/>
                  <a:pt x="616659" y="102779"/>
                </a:cubicBezTo>
                <a:lnTo>
                  <a:pt x="616659" y="513880"/>
                </a:lnTo>
                <a:cubicBezTo>
                  <a:pt x="616659" y="570643"/>
                  <a:pt x="570643" y="616659"/>
                  <a:pt x="513880" y="616659"/>
                </a:cubicBezTo>
                <a:lnTo>
                  <a:pt x="102779" y="616659"/>
                </a:lnTo>
                <a:cubicBezTo>
                  <a:pt x="46016" y="616659"/>
                  <a:pt x="0" y="570643"/>
                  <a:pt x="0" y="513880"/>
                </a:cubicBezTo>
                <a:lnTo>
                  <a:pt x="0" y="102779"/>
                </a:ln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0" vert="horz" wrap="square" lIns="50423" tIns="50423" rIns="50423" bIns="50423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Afficher</a:t>
            </a:r>
            <a:endParaRPr lang="en-GB" sz="800" kern="1200" dirty="0"/>
          </a:p>
        </p:txBody>
      </p:sp>
      <p:sp>
        <p:nvSpPr>
          <p:cNvPr id="70" name="Forme libre : forme 69">
            <a:extLst>
              <a:ext uri="{FF2B5EF4-FFF2-40B4-BE49-F238E27FC236}">
                <a16:creationId xmlns:a16="http://schemas.microsoft.com/office/drawing/2014/main" id="{5F58D549-59C1-8CE4-6BA3-B856EC1476DA}"/>
              </a:ext>
            </a:extLst>
          </p:cNvPr>
          <p:cNvSpPr/>
          <p:nvPr/>
        </p:nvSpPr>
        <p:spPr>
          <a:xfrm>
            <a:off x="3822081" y="1052033"/>
            <a:ext cx="616659" cy="616659"/>
          </a:xfrm>
          <a:custGeom>
            <a:avLst/>
            <a:gdLst>
              <a:gd name="connsiteX0" fmla="*/ 0 w 616659"/>
              <a:gd name="connsiteY0" fmla="*/ 102779 h 616659"/>
              <a:gd name="connsiteX1" fmla="*/ 102779 w 616659"/>
              <a:gd name="connsiteY1" fmla="*/ 0 h 616659"/>
              <a:gd name="connsiteX2" fmla="*/ 513880 w 616659"/>
              <a:gd name="connsiteY2" fmla="*/ 0 h 616659"/>
              <a:gd name="connsiteX3" fmla="*/ 616659 w 616659"/>
              <a:gd name="connsiteY3" fmla="*/ 102779 h 616659"/>
              <a:gd name="connsiteX4" fmla="*/ 616659 w 616659"/>
              <a:gd name="connsiteY4" fmla="*/ 513880 h 616659"/>
              <a:gd name="connsiteX5" fmla="*/ 513880 w 616659"/>
              <a:gd name="connsiteY5" fmla="*/ 616659 h 616659"/>
              <a:gd name="connsiteX6" fmla="*/ 102779 w 616659"/>
              <a:gd name="connsiteY6" fmla="*/ 616659 h 616659"/>
              <a:gd name="connsiteX7" fmla="*/ 0 w 616659"/>
              <a:gd name="connsiteY7" fmla="*/ 513880 h 616659"/>
              <a:gd name="connsiteX8" fmla="*/ 0 w 616659"/>
              <a:gd name="connsiteY8" fmla="*/ 102779 h 616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6659" h="616659">
                <a:moveTo>
                  <a:pt x="0" y="102779"/>
                </a:moveTo>
                <a:cubicBezTo>
                  <a:pt x="0" y="46016"/>
                  <a:pt x="46016" y="0"/>
                  <a:pt x="102779" y="0"/>
                </a:cubicBezTo>
                <a:lnTo>
                  <a:pt x="513880" y="0"/>
                </a:lnTo>
                <a:cubicBezTo>
                  <a:pt x="570643" y="0"/>
                  <a:pt x="616659" y="46016"/>
                  <a:pt x="616659" y="102779"/>
                </a:cubicBezTo>
                <a:lnTo>
                  <a:pt x="616659" y="513880"/>
                </a:lnTo>
                <a:cubicBezTo>
                  <a:pt x="616659" y="570643"/>
                  <a:pt x="570643" y="616659"/>
                  <a:pt x="513880" y="616659"/>
                </a:cubicBezTo>
                <a:lnTo>
                  <a:pt x="102779" y="616659"/>
                </a:lnTo>
                <a:cubicBezTo>
                  <a:pt x="46016" y="616659"/>
                  <a:pt x="0" y="570643"/>
                  <a:pt x="0" y="513880"/>
                </a:cubicBezTo>
                <a:lnTo>
                  <a:pt x="0" y="102779"/>
                </a:ln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0" vert="horz" wrap="square" lIns="50423" tIns="50423" rIns="50423" bIns="50423" numCol="1" spcCol="1270" anchor="ctr" anchorCtr="0">
            <a:noAutofit/>
          </a:bodyPr>
          <a:lstStyle/>
          <a:p>
            <a:pPr marL="0" lvl="0" indent="0" algn="ctr" defTabSz="355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Ajouter</a:t>
            </a:r>
            <a:endParaRPr lang="en-GB" sz="800" kern="1200" dirty="0"/>
          </a:p>
        </p:txBody>
      </p:sp>
      <p:sp>
        <p:nvSpPr>
          <p:cNvPr id="80" name="Forme libre : forme 79">
            <a:extLst>
              <a:ext uri="{FF2B5EF4-FFF2-40B4-BE49-F238E27FC236}">
                <a16:creationId xmlns:a16="http://schemas.microsoft.com/office/drawing/2014/main" id="{9DC3CD5C-86EB-A13C-0695-BF5DE202B5DE}"/>
              </a:ext>
            </a:extLst>
          </p:cNvPr>
          <p:cNvSpPr/>
          <p:nvPr/>
        </p:nvSpPr>
        <p:spPr>
          <a:xfrm>
            <a:off x="1860285" y="2289145"/>
            <a:ext cx="616659" cy="616659"/>
          </a:xfrm>
          <a:custGeom>
            <a:avLst/>
            <a:gdLst>
              <a:gd name="connsiteX0" fmla="*/ 0 w 616659"/>
              <a:gd name="connsiteY0" fmla="*/ 102779 h 616659"/>
              <a:gd name="connsiteX1" fmla="*/ 102779 w 616659"/>
              <a:gd name="connsiteY1" fmla="*/ 0 h 616659"/>
              <a:gd name="connsiteX2" fmla="*/ 513880 w 616659"/>
              <a:gd name="connsiteY2" fmla="*/ 0 h 616659"/>
              <a:gd name="connsiteX3" fmla="*/ 616659 w 616659"/>
              <a:gd name="connsiteY3" fmla="*/ 102779 h 616659"/>
              <a:gd name="connsiteX4" fmla="*/ 616659 w 616659"/>
              <a:gd name="connsiteY4" fmla="*/ 513880 h 616659"/>
              <a:gd name="connsiteX5" fmla="*/ 513880 w 616659"/>
              <a:gd name="connsiteY5" fmla="*/ 616659 h 616659"/>
              <a:gd name="connsiteX6" fmla="*/ 102779 w 616659"/>
              <a:gd name="connsiteY6" fmla="*/ 616659 h 616659"/>
              <a:gd name="connsiteX7" fmla="*/ 0 w 616659"/>
              <a:gd name="connsiteY7" fmla="*/ 513880 h 616659"/>
              <a:gd name="connsiteX8" fmla="*/ 0 w 616659"/>
              <a:gd name="connsiteY8" fmla="*/ 102779 h 616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6659" h="616659">
                <a:moveTo>
                  <a:pt x="0" y="102779"/>
                </a:moveTo>
                <a:cubicBezTo>
                  <a:pt x="0" y="46016"/>
                  <a:pt x="46016" y="0"/>
                  <a:pt x="102779" y="0"/>
                </a:cubicBezTo>
                <a:lnTo>
                  <a:pt x="513880" y="0"/>
                </a:lnTo>
                <a:cubicBezTo>
                  <a:pt x="570643" y="0"/>
                  <a:pt x="616659" y="46016"/>
                  <a:pt x="616659" y="102779"/>
                </a:cubicBezTo>
                <a:lnTo>
                  <a:pt x="616659" y="513880"/>
                </a:lnTo>
                <a:cubicBezTo>
                  <a:pt x="616659" y="570643"/>
                  <a:pt x="570643" y="616659"/>
                  <a:pt x="513880" y="616659"/>
                </a:cubicBezTo>
                <a:lnTo>
                  <a:pt x="102779" y="616659"/>
                </a:lnTo>
                <a:cubicBezTo>
                  <a:pt x="46016" y="616659"/>
                  <a:pt x="0" y="570643"/>
                  <a:pt x="0" y="513880"/>
                </a:cubicBezTo>
                <a:lnTo>
                  <a:pt x="0" y="102779"/>
                </a:ln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0" vert="horz" wrap="square" lIns="47883" tIns="47883" rIns="47883" bIns="47883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Gestion Clients.dat</a:t>
            </a:r>
          </a:p>
        </p:txBody>
      </p:sp>
      <p:sp>
        <p:nvSpPr>
          <p:cNvPr id="81" name="Forme libre : forme 80">
            <a:extLst>
              <a:ext uri="{FF2B5EF4-FFF2-40B4-BE49-F238E27FC236}">
                <a16:creationId xmlns:a16="http://schemas.microsoft.com/office/drawing/2014/main" id="{6AF37452-0F45-12D8-5793-8DFDE03C9A2E}"/>
              </a:ext>
            </a:extLst>
          </p:cNvPr>
          <p:cNvSpPr/>
          <p:nvPr/>
        </p:nvSpPr>
        <p:spPr>
          <a:xfrm>
            <a:off x="9638671" y="2289144"/>
            <a:ext cx="616659" cy="616659"/>
          </a:xfrm>
          <a:custGeom>
            <a:avLst/>
            <a:gdLst>
              <a:gd name="connsiteX0" fmla="*/ 0 w 616659"/>
              <a:gd name="connsiteY0" fmla="*/ 102779 h 616659"/>
              <a:gd name="connsiteX1" fmla="*/ 102779 w 616659"/>
              <a:gd name="connsiteY1" fmla="*/ 0 h 616659"/>
              <a:gd name="connsiteX2" fmla="*/ 513880 w 616659"/>
              <a:gd name="connsiteY2" fmla="*/ 0 h 616659"/>
              <a:gd name="connsiteX3" fmla="*/ 616659 w 616659"/>
              <a:gd name="connsiteY3" fmla="*/ 102779 h 616659"/>
              <a:gd name="connsiteX4" fmla="*/ 616659 w 616659"/>
              <a:gd name="connsiteY4" fmla="*/ 513880 h 616659"/>
              <a:gd name="connsiteX5" fmla="*/ 513880 w 616659"/>
              <a:gd name="connsiteY5" fmla="*/ 616659 h 616659"/>
              <a:gd name="connsiteX6" fmla="*/ 102779 w 616659"/>
              <a:gd name="connsiteY6" fmla="*/ 616659 h 616659"/>
              <a:gd name="connsiteX7" fmla="*/ 0 w 616659"/>
              <a:gd name="connsiteY7" fmla="*/ 513880 h 616659"/>
              <a:gd name="connsiteX8" fmla="*/ 0 w 616659"/>
              <a:gd name="connsiteY8" fmla="*/ 102779 h 616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6659" h="616659">
                <a:moveTo>
                  <a:pt x="0" y="102779"/>
                </a:moveTo>
                <a:cubicBezTo>
                  <a:pt x="0" y="46016"/>
                  <a:pt x="46016" y="0"/>
                  <a:pt x="102779" y="0"/>
                </a:cubicBezTo>
                <a:lnTo>
                  <a:pt x="513880" y="0"/>
                </a:lnTo>
                <a:cubicBezTo>
                  <a:pt x="570643" y="0"/>
                  <a:pt x="616659" y="46016"/>
                  <a:pt x="616659" y="102779"/>
                </a:cubicBezTo>
                <a:lnTo>
                  <a:pt x="616659" y="513880"/>
                </a:lnTo>
                <a:cubicBezTo>
                  <a:pt x="616659" y="570643"/>
                  <a:pt x="570643" y="616659"/>
                  <a:pt x="513880" y="616659"/>
                </a:cubicBezTo>
                <a:lnTo>
                  <a:pt x="102779" y="616659"/>
                </a:lnTo>
                <a:cubicBezTo>
                  <a:pt x="46016" y="616659"/>
                  <a:pt x="0" y="570643"/>
                  <a:pt x="0" y="513880"/>
                </a:cubicBezTo>
                <a:lnTo>
                  <a:pt x="0" y="102779"/>
                </a:lnTo>
                <a:close/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0" vert="horz" wrap="square" lIns="47883" tIns="47883" rIns="47883" bIns="47883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Gestion Sallles.dat</a:t>
            </a:r>
            <a:endParaRPr lang="en-GB" sz="800" kern="1200" dirty="0"/>
          </a:p>
        </p:txBody>
      </p:sp>
      <p:sp>
        <p:nvSpPr>
          <p:cNvPr id="82" name="Forme libre : forme 81">
            <a:extLst>
              <a:ext uri="{FF2B5EF4-FFF2-40B4-BE49-F238E27FC236}">
                <a16:creationId xmlns:a16="http://schemas.microsoft.com/office/drawing/2014/main" id="{FDBFBB53-D729-8009-4003-B217F3FDDB84}"/>
              </a:ext>
            </a:extLst>
          </p:cNvPr>
          <p:cNvSpPr/>
          <p:nvPr/>
        </p:nvSpPr>
        <p:spPr>
          <a:xfrm>
            <a:off x="5805474" y="6185896"/>
            <a:ext cx="615600" cy="615600"/>
          </a:xfrm>
          <a:custGeom>
            <a:avLst/>
            <a:gdLst>
              <a:gd name="connsiteX0" fmla="*/ 0 w 581051"/>
              <a:gd name="connsiteY0" fmla="*/ 96844 h 581051"/>
              <a:gd name="connsiteX1" fmla="*/ 96844 w 581051"/>
              <a:gd name="connsiteY1" fmla="*/ 0 h 581051"/>
              <a:gd name="connsiteX2" fmla="*/ 484207 w 581051"/>
              <a:gd name="connsiteY2" fmla="*/ 0 h 581051"/>
              <a:gd name="connsiteX3" fmla="*/ 581051 w 581051"/>
              <a:gd name="connsiteY3" fmla="*/ 96844 h 581051"/>
              <a:gd name="connsiteX4" fmla="*/ 581051 w 581051"/>
              <a:gd name="connsiteY4" fmla="*/ 484207 h 581051"/>
              <a:gd name="connsiteX5" fmla="*/ 484207 w 581051"/>
              <a:gd name="connsiteY5" fmla="*/ 581051 h 581051"/>
              <a:gd name="connsiteX6" fmla="*/ 96844 w 581051"/>
              <a:gd name="connsiteY6" fmla="*/ 581051 h 581051"/>
              <a:gd name="connsiteX7" fmla="*/ 0 w 581051"/>
              <a:gd name="connsiteY7" fmla="*/ 484207 h 581051"/>
              <a:gd name="connsiteX8" fmla="*/ 0 w 581051"/>
              <a:gd name="connsiteY8" fmla="*/ 96844 h 581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1051" h="581051">
                <a:moveTo>
                  <a:pt x="0" y="96844"/>
                </a:moveTo>
                <a:cubicBezTo>
                  <a:pt x="0" y="43359"/>
                  <a:pt x="43359" y="0"/>
                  <a:pt x="96844" y="0"/>
                </a:cubicBezTo>
                <a:lnTo>
                  <a:pt x="484207" y="0"/>
                </a:lnTo>
                <a:cubicBezTo>
                  <a:pt x="537692" y="0"/>
                  <a:pt x="581051" y="43359"/>
                  <a:pt x="581051" y="96844"/>
                </a:cubicBezTo>
                <a:lnTo>
                  <a:pt x="581051" y="484207"/>
                </a:lnTo>
                <a:cubicBezTo>
                  <a:pt x="581051" y="537692"/>
                  <a:pt x="537692" y="581051"/>
                  <a:pt x="484207" y="581051"/>
                </a:cubicBezTo>
                <a:lnTo>
                  <a:pt x="96844" y="581051"/>
                </a:lnTo>
                <a:cubicBezTo>
                  <a:pt x="43359" y="581051"/>
                  <a:pt x="0" y="537692"/>
                  <a:pt x="0" y="484207"/>
                </a:cubicBezTo>
                <a:lnTo>
                  <a:pt x="0" y="96844"/>
                </a:lnTo>
                <a:close/>
              </a:path>
            </a:pathLst>
          </a:cu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spcFirstLastPara="0" vert="horz" wrap="square" lIns="46145" tIns="46145" rIns="46145" bIns="46145" numCol="1" spcCol="1270" anchor="ctr" anchorCtr="0">
            <a:noAutofit/>
          </a:bodyPr>
          <a:lstStyle/>
          <a:p>
            <a:pPr marL="0" lvl="0" indent="0" algn="ctr" defTabSz="311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800" kern="1200" dirty="0"/>
              <a:t>Gestion reservations.dat</a:t>
            </a:r>
            <a:endParaRPr lang="en-GB" sz="800" kern="1200" dirty="0"/>
          </a:p>
        </p:txBody>
      </p:sp>
      <p:cxnSp>
        <p:nvCxnSpPr>
          <p:cNvPr id="217" name="Connecteur : en angle 216">
            <a:extLst>
              <a:ext uri="{FF2B5EF4-FFF2-40B4-BE49-F238E27FC236}">
                <a16:creationId xmlns:a16="http://schemas.microsoft.com/office/drawing/2014/main" id="{FB843B22-BCB8-D0C8-18F5-0EEC4326279E}"/>
              </a:ext>
            </a:extLst>
          </p:cNvPr>
          <p:cNvCxnSpPr>
            <a:cxnSpLocks/>
            <a:stCxn id="80" idx="6"/>
            <a:endCxn id="61" idx="0"/>
          </p:cNvCxnSpPr>
          <p:nvPr/>
        </p:nvCxnSpPr>
        <p:spPr>
          <a:xfrm>
            <a:off x="1963064" y="2905804"/>
            <a:ext cx="2588188" cy="1467869"/>
          </a:xfrm>
          <a:prstGeom prst="bentConnector3">
            <a:avLst>
              <a:gd name="adj1" fmla="val -164"/>
            </a:avLst>
          </a:prstGeom>
          <a:ln>
            <a:solidFill>
              <a:srgbClr val="98CCF2"/>
            </a:solidFill>
            <a:prstDash val="lgDash"/>
            <a:headEnd type="stealth"/>
            <a:tailEnd type="stealth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21697955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41</Words>
  <Application>Microsoft Office PowerPoint</Application>
  <PresentationFormat>Grand écran</PresentationFormat>
  <Paragraphs>20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Raphael MOSTACCI</dc:creator>
  <cp:lastModifiedBy>Raphael MOSTACCI</cp:lastModifiedBy>
  <cp:revision>10</cp:revision>
  <dcterms:created xsi:type="dcterms:W3CDTF">2025-11-10T18:47:53Z</dcterms:created>
  <dcterms:modified xsi:type="dcterms:W3CDTF">2025-11-11T11:09:56Z</dcterms:modified>
</cp:coreProperties>
</file>